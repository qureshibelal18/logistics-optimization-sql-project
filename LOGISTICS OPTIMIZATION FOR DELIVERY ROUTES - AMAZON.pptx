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6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60"/>
  </p:normalViewPr>
  <p:slideViewPr>
    <p:cSldViewPr snapToGrid="0">
      <p:cViewPr varScale="1">
        <p:scale>
          <a:sx n="74" d="100"/>
          <a:sy n="74" d="100"/>
        </p:scale>
        <p:origin x="98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C5D8C-27A6-EA2D-A8B2-F73BBEA3F2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F5E4A6-0230-12DD-3341-8557D4F7D5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C3DB72-51A7-B472-CC74-19739BD5FD9A}"/>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5" name="Footer Placeholder 4">
            <a:extLst>
              <a:ext uri="{FF2B5EF4-FFF2-40B4-BE49-F238E27FC236}">
                <a16:creationId xmlns:a16="http://schemas.microsoft.com/office/drawing/2014/main" id="{8F9294D7-D46D-A49A-EA5F-A262E8C6B8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871C2E-BA90-BA0C-BB10-EA257E680572}"/>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37707545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12084-D188-D5F2-08D9-4514C35113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BFA813-DA62-7EDC-E48C-FD85288556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5DB056-CCA0-559F-845C-1F6333478C42}"/>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5" name="Footer Placeholder 4">
            <a:extLst>
              <a:ext uri="{FF2B5EF4-FFF2-40B4-BE49-F238E27FC236}">
                <a16:creationId xmlns:a16="http://schemas.microsoft.com/office/drawing/2014/main" id="{27F85764-77E8-A971-74D9-C9CB84498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A1EF95-7472-3840-830D-203C208A74E9}"/>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13380052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BFB51-CA76-D4A0-DA03-5806784854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FDD3AC-61C4-3BE6-9112-719CF27ECD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FC1197-8A4A-28E5-2B4A-FC16D18FD4BC}"/>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5" name="Footer Placeholder 4">
            <a:extLst>
              <a:ext uri="{FF2B5EF4-FFF2-40B4-BE49-F238E27FC236}">
                <a16:creationId xmlns:a16="http://schemas.microsoft.com/office/drawing/2014/main" id="{1F0E0899-22E9-D385-E6FD-38C3D2E51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1C0138-64C3-8399-F81D-B07D60B1FF6D}"/>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68213266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720D5-0715-DBCE-6691-9FDFE008C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1646F-39BC-5FF7-82FE-7E7B32AAB1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2D8446-8FEE-B0AE-39A6-BA2C71995B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696FED-611E-866D-B517-33454515D683}"/>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6" name="Footer Placeholder 5">
            <a:extLst>
              <a:ext uri="{FF2B5EF4-FFF2-40B4-BE49-F238E27FC236}">
                <a16:creationId xmlns:a16="http://schemas.microsoft.com/office/drawing/2014/main" id="{2E7E1ACC-D055-BAE5-B313-5D9AAFB020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6F6E7A-B23D-3E75-AD6C-76150E5D20BA}"/>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37339560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3358-84B8-1D68-C7D0-3F36953CA1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F44A9A-F4BB-D5C4-8CC7-23E852C1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2F4236-DBDB-8039-FDEF-6CEADBEB5A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7A5A5B-E8B4-CAAB-70D9-487A2E62A8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AF8140-7108-EC4D-8C18-585C8EE485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5D3543-A3D5-9C01-AF72-C660E67FDCD6}"/>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8" name="Footer Placeholder 7">
            <a:extLst>
              <a:ext uri="{FF2B5EF4-FFF2-40B4-BE49-F238E27FC236}">
                <a16:creationId xmlns:a16="http://schemas.microsoft.com/office/drawing/2014/main" id="{7572DD18-B247-8BF3-B4DE-ADFC7408D8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F25458-985C-CCC2-BDDE-A3E7C3BE6648}"/>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33018484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4A25-E7AE-9037-5B02-E7986DB3D74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8157C4-B3C8-B722-BB07-DAD71746E8F2}"/>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4" name="Footer Placeholder 3">
            <a:extLst>
              <a:ext uri="{FF2B5EF4-FFF2-40B4-BE49-F238E27FC236}">
                <a16:creationId xmlns:a16="http://schemas.microsoft.com/office/drawing/2014/main" id="{50156E6A-2ABC-D378-DE31-5E5E087D6D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2F999A-AE1E-89DF-6277-07027C5D6A37}"/>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26934376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029709-E7DB-F44F-110A-003AFC79902B}"/>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3" name="Footer Placeholder 2">
            <a:extLst>
              <a:ext uri="{FF2B5EF4-FFF2-40B4-BE49-F238E27FC236}">
                <a16:creationId xmlns:a16="http://schemas.microsoft.com/office/drawing/2014/main" id="{F49F5002-5EDE-A996-D61E-0B0F841E06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B8B862-4FA9-5C60-2AEF-93C4AEEB0A4A}"/>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26862212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11F68-FFF4-7A3C-AA54-E4ACFA2B8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3E5B9F-46CB-AE2E-DC29-DF0F3BDAE1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654478-7938-2000-A0E4-31560D684D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5E3484-5F9C-D225-0D0E-BB253B34E4FB}"/>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6" name="Footer Placeholder 5">
            <a:extLst>
              <a:ext uri="{FF2B5EF4-FFF2-40B4-BE49-F238E27FC236}">
                <a16:creationId xmlns:a16="http://schemas.microsoft.com/office/drawing/2014/main" id="{64B0E0A9-A2E3-9AC7-2239-E17D0D2745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AD2E65-E9B4-FF67-6347-B31640605B70}"/>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5689132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AF3E4-DEAD-2915-E9FD-B5FFEDB095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8B02AD7-48F0-4099-7A98-818B1D9546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44197C-4D27-274E-7D77-6D828FC24B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23DB72-E0AC-D924-9062-311AC7AC8A82}"/>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6" name="Footer Placeholder 5">
            <a:extLst>
              <a:ext uri="{FF2B5EF4-FFF2-40B4-BE49-F238E27FC236}">
                <a16:creationId xmlns:a16="http://schemas.microsoft.com/office/drawing/2014/main" id="{B9E5BDF4-B3FB-1198-ABCE-8C50A1D31F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653EDD-EDC7-D697-BDFB-2EB8CE067DEF}"/>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10782529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E6A9B-4123-DE27-4971-075D6B0A6D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05F8BA-6243-7FF3-9DFC-E0EEC41A6F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61983E-F6B8-E66A-66F0-EF0D3F8C1BFA}"/>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5" name="Footer Placeholder 4">
            <a:extLst>
              <a:ext uri="{FF2B5EF4-FFF2-40B4-BE49-F238E27FC236}">
                <a16:creationId xmlns:a16="http://schemas.microsoft.com/office/drawing/2014/main" id="{A5BE65E9-B542-B0A4-196A-0FC4F207C6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9A138-7EF6-600B-39BD-9A2924285158}"/>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27554148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D9769-E813-D507-6F69-43E11967EA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E214D9-BCE5-B88F-57FC-4C58413E34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AB238-4329-50F0-A6FE-0AC6001F4F01}"/>
              </a:ext>
            </a:extLst>
          </p:cNvPr>
          <p:cNvSpPr>
            <a:spLocks noGrp="1"/>
          </p:cNvSpPr>
          <p:nvPr>
            <p:ph type="dt" sz="half" idx="10"/>
          </p:nvPr>
        </p:nvSpPr>
        <p:spPr/>
        <p:txBody>
          <a:bodyPr/>
          <a:lstStyle/>
          <a:p>
            <a:fld id="{C971A946-69E8-4E41-9A2C-5FFABF9036A5}" type="datetimeFigureOut">
              <a:rPr lang="en-IN" smtClean="0"/>
              <a:t>06-10-2025</a:t>
            </a:fld>
            <a:endParaRPr lang="en-IN"/>
          </a:p>
        </p:txBody>
      </p:sp>
      <p:sp>
        <p:nvSpPr>
          <p:cNvPr id="5" name="Footer Placeholder 4">
            <a:extLst>
              <a:ext uri="{FF2B5EF4-FFF2-40B4-BE49-F238E27FC236}">
                <a16:creationId xmlns:a16="http://schemas.microsoft.com/office/drawing/2014/main" id="{F5A1D6C9-CDC5-753C-83C4-9D3E22DEEE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10B1BD-E758-337B-00A1-41555890F7E4}"/>
              </a:ext>
            </a:extLst>
          </p:cNvPr>
          <p:cNvSpPr>
            <a:spLocks noGrp="1"/>
          </p:cNvSpPr>
          <p:nvPr>
            <p:ph type="sldNum" sz="quarter" idx="12"/>
          </p:nvPr>
        </p:nvSpPr>
        <p:spPr/>
        <p:txBody>
          <a:bodyPr/>
          <a:lstStyle/>
          <a:p>
            <a:fld id="{DC5478FF-D411-459A-8738-C049CDC8431D}" type="slidenum">
              <a:rPr lang="en-IN" smtClean="0"/>
              <a:t>‹#›</a:t>
            </a:fld>
            <a:endParaRPr lang="en-IN"/>
          </a:p>
        </p:txBody>
      </p:sp>
    </p:spTree>
    <p:extLst>
      <p:ext uri="{BB962C8B-B14F-4D97-AF65-F5344CB8AC3E}">
        <p14:creationId xmlns:p14="http://schemas.microsoft.com/office/powerpoint/2010/main" val="29219839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C4EE3-ABD1-461F-C678-384A47DEC9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13ECCF-C595-E299-6C6A-6134B89C25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6DBDD0-9742-A490-37CE-CBAF1A83F9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71A946-69E8-4E41-9A2C-5FFABF9036A5}" type="datetimeFigureOut">
              <a:rPr lang="en-IN" smtClean="0"/>
              <a:t>06-10-2025</a:t>
            </a:fld>
            <a:endParaRPr lang="en-IN"/>
          </a:p>
        </p:txBody>
      </p:sp>
      <p:sp>
        <p:nvSpPr>
          <p:cNvPr id="5" name="Footer Placeholder 4">
            <a:extLst>
              <a:ext uri="{FF2B5EF4-FFF2-40B4-BE49-F238E27FC236}">
                <a16:creationId xmlns:a16="http://schemas.microsoft.com/office/drawing/2014/main" id="{1891383C-1B97-BFA3-2D08-90D1DAE59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A3B531-6306-0EE0-97DC-6811E830CE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5478FF-D411-459A-8738-C049CDC8431D}" type="slidenum">
              <a:rPr lang="en-IN" smtClean="0"/>
              <a:t>‹#›</a:t>
            </a:fld>
            <a:endParaRPr lang="en-IN"/>
          </a:p>
        </p:txBody>
      </p:sp>
    </p:spTree>
    <p:extLst>
      <p:ext uri="{BB962C8B-B14F-4D97-AF65-F5344CB8AC3E}">
        <p14:creationId xmlns:p14="http://schemas.microsoft.com/office/powerpoint/2010/main" val="1638471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D32FE-CF7B-7B17-805F-DAF9E7E49C02}"/>
              </a:ext>
            </a:extLst>
          </p:cNvPr>
          <p:cNvSpPr>
            <a:spLocks noGrp="1"/>
          </p:cNvSpPr>
          <p:nvPr>
            <p:ph type="ctrTitle"/>
          </p:nvPr>
        </p:nvSpPr>
        <p:spPr>
          <a:xfrm>
            <a:off x="1376516" y="-88490"/>
            <a:ext cx="9144000" cy="2939692"/>
          </a:xfrm>
        </p:spPr>
        <p:txBody>
          <a:bodyPr>
            <a:normAutofit/>
          </a:bodyPr>
          <a:lstStyle/>
          <a:p>
            <a:r>
              <a:rPr lang="en-US" b="1" u="sng" dirty="0">
                <a:latin typeface="Bahnschrift SemiBold SemiConden" panose="020B0502040204020203" pitchFamily="34" charset="0"/>
              </a:rPr>
              <a:t>LOGISTICS OPTIMIZATION FOR DELIVERY ROUTES - AMAZON</a:t>
            </a:r>
            <a:endParaRPr lang="en-IN" b="1" u="sng" dirty="0">
              <a:latin typeface="Bahnschrift SemiBold SemiConden" panose="020B0502040204020203" pitchFamily="34" charset="0"/>
            </a:endParaRPr>
          </a:p>
        </p:txBody>
      </p:sp>
      <p:sp>
        <p:nvSpPr>
          <p:cNvPr id="3" name="Subtitle 2">
            <a:extLst>
              <a:ext uri="{FF2B5EF4-FFF2-40B4-BE49-F238E27FC236}">
                <a16:creationId xmlns:a16="http://schemas.microsoft.com/office/drawing/2014/main" id="{25C6D702-93F1-47C7-6CB8-21F8DB703F3A}"/>
              </a:ext>
            </a:extLst>
          </p:cNvPr>
          <p:cNvSpPr>
            <a:spLocks noGrp="1"/>
          </p:cNvSpPr>
          <p:nvPr>
            <p:ph type="subTitle" idx="1"/>
          </p:nvPr>
        </p:nvSpPr>
        <p:spPr/>
        <p:txBody>
          <a:bodyPr>
            <a:normAutofit lnSpcReduction="10000"/>
          </a:bodyPr>
          <a:lstStyle/>
          <a:p>
            <a:r>
              <a:rPr lang="en-US" dirty="0"/>
              <a:t>A SQL-driven Logistics analytics system to analyze delays, optimize routes and enhance shipment efficiency by leveraging queries and aggregations. This project answers key business questions, uncover inefficiencies, and recommend actionable improvements based on data analysis. </a:t>
            </a:r>
            <a:endParaRPr lang="en-IN" dirty="0"/>
          </a:p>
        </p:txBody>
      </p:sp>
    </p:spTree>
    <p:extLst>
      <p:ext uri="{BB962C8B-B14F-4D97-AF65-F5344CB8AC3E}">
        <p14:creationId xmlns:p14="http://schemas.microsoft.com/office/powerpoint/2010/main" val="24275110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AFB7-4058-081D-B2FB-11AF2DC6D068}"/>
              </a:ext>
            </a:extLst>
          </p:cNvPr>
          <p:cNvSpPr>
            <a:spLocks noGrp="1"/>
          </p:cNvSpPr>
          <p:nvPr>
            <p:ph type="title"/>
          </p:nvPr>
        </p:nvSpPr>
        <p:spPr/>
        <p:txBody>
          <a:bodyPr/>
          <a:lstStyle/>
          <a:p>
            <a:r>
              <a:rPr lang="en-US" b="1" dirty="0"/>
              <a:t>Task 1 (Data Cleaning and Preparation)</a:t>
            </a:r>
            <a:endParaRPr lang="en-IN" b="1" dirty="0"/>
          </a:p>
        </p:txBody>
      </p:sp>
      <p:sp>
        <p:nvSpPr>
          <p:cNvPr id="3" name="Content Placeholder 2">
            <a:extLst>
              <a:ext uri="{FF2B5EF4-FFF2-40B4-BE49-F238E27FC236}">
                <a16:creationId xmlns:a16="http://schemas.microsoft.com/office/drawing/2014/main" id="{D5B02967-D270-0F83-0F1B-53C57D529431}"/>
              </a:ext>
            </a:extLst>
          </p:cNvPr>
          <p:cNvSpPr>
            <a:spLocks noGrp="1"/>
          </p:cNvSpPr>
          <p:nvPr>
            <p:ph idx="1"/>
          </p:nvPr>
        </p:nvSpPr>
        <p:spPr>
          <a:xfrm>
            <a:off x="838200" y="1415845"/>
            <a:ext cx="10515600" cy="5250426"/>
          </a:xfrm>
        </p:spPr>
        <p:txBody>
          <a:bodyPr>
            <a:normAutofit fontScale="62500" lnSpcReduction="20000"/>
          </a:bodyPr>
          <a:lstStyle/>
          <a:p>
            <a:r>
              <a:rPr lang="en-US" b="1" u="sng" dirty="0"/>
              <a:t>Identifying and deleting duplicate </a:t>
            </a:r>
            <a:r>
              <a:rPr lang="en-US" b="1" u="sng" dirty="0" err="1"/>
              <a:t>Order_ID</a:t>
            </a:r>
            <a:r>
              <a:rPr lang="en-US" b="1" u="sng" dirty="0"/>
              <a:t> records:</a:t>
            </a:r>
          </a:p>
          <a:p>
            <a:pPr marL="0" indent="0">
              <a:buNone/>
            </a:pPr>
            <a:r>
              <a:rPr lang="en-US" dirty="0"/>
              <a:t>SELECT * from orders;</a:t>
            </a:r>
          </a:p>
          <a:p>
            <a:pPr marL="0" indent="0">
              <a:buNone/>
            </a:pPr>
            <a:r>
              <a:rPr lang="en-US" dirty="0"/>
              <a:t>SELECT </a:t>
            </a:r>
            <a:r>
              <a:rPr lang="en-US" dirty="0" err="1"/>
              <a:t>Order_ID</a:t>
            </a:r>
            <a:r>
              <a:rPr lang="en-US" dirty="0"/>
              <a:t>, count(*) AS </a:t>
            </a:r>
            <a:r>
              <a:rPr lang="en-US" dirty="0" err="1"/>
              <a:t>duplicate_count</a:t>
            </a:r>
            <a:endParaRPr lang="en-US" dirty="0"/>
          </a:p>
          <a:p>
            <a:pPr marL="0" indent="0">
              <a:buNone/>
            </a:pPr>
            <a:r>
              <a:rPr lang="en-US" dirty="0"/>
              <a:t>from orders</a:t>
            </a:r>
          </a:p>
          <a:p>
            <a:pPr marL="0" indent="0">
              <a:buNone/>
            </a:pPr>
            <a:r>
              <a:rPr lang="en-US" dirty="0"/>
              <a:t>group by </a:t>
            </a:r>
            <a:r>
              <a:rPr lang="en-US" dirty="0" err="1"/>
              <a:t>Order_ID</a:t>
            </a:r>
            <a:endParaRPr lang="en-US" dirty="0"/>
          </a:p>
          <a:p>
            <a:pPr marL="0" indent="0">
              <a:buNone/>
            </a:pPr>
            <a:r>
              <a:rPr lang="en-US" dirty="0"/>
              <a:t>having count(*) &gt; 1;</a:t>
            </a:r>
          </a:p>
          <a:p>
            <a:pPr marL="0" indent="0">
              <a:buNone/>
            </a:pPr>
            <a:endParaRPr lang="en-US" dirty="0"/>
          </a:p>
          <a:p>
            <a:pPr marL="0" indent="0">
              <a:buNone/>
            </a:pPr>
            <a:r>
              <a:rPr lang="en-US" dirty="0"/>
              <a:t>The output of the above query is a blank table as there are no duplicate </a:t>
            </a:r>
            <a:r>
              <a:rPr lang="en-US" dirty="0" err="1"/>
              <a:t>Order_ID</a:t>
            </a:r>
            <a:r>
              <a:rPr lang="en-US" dirty="0"/>
              <a:t> records..</a:t>
            </a:r>
          </a:p>
          <a:p>
            <a:pPr marL="0" indent="0">
              <a:buNone/>
            </a:pPr>
            <a:endParaRPr lang="en-IN" dirty="0"/>
          </a:p>
          <a:p>
            <a:r>
              <a:rPr lang="en-IN" b="1" u="sng" dirty="0"/>
              <a:t>Replacing null </a:t>
            </a:r>
            <a:r>
              <a:rPr lang="en-IN" b="1" u="sng" dirty="0" err="1"/>
              <a:t>Traffic_Delay_Min</a:t>
            </a:r>
            <a:r>
              <a:rPr lang="en-IN" b="1" u="sng" dirty="0"/>
              <a:t> with the average delay for that route</a:t>
            </a:r>
          </a:p>
          <a:p>
            <a:pPr marL="0" indent="0">
              <a:buNone/>
            </a:pPr>
            <a:r>
              <a:rPr lang="en-US" dirty="0"/>
              <a:t>UPDATE Routes</a:t>
            </a:r>
          </a:p>
          <a:p>
            <a:pPr marL="0" indent="0">
              <a:buNone/>
            </a:pPr>
            <a:r>
              <a:rPr lang="en-US" dirty="0"/>
              <a:t>SET </a:t>
            </a:r>
            <a:r>
              <a:rPr lang="en-US" dirty="0" err="1"/>
              <a:t>Traffic_Delay_Min</a:t>
            </a:r>
            <a:r>
              <a:rPr lang="en-US" dirty="0"/>
              <a:t> = (    </a:t>
            </a:r>
          </a:p>
          <a:p>
            <a:pPr marL="0" indent="0">
              <a:buNone/>
            </a:pPr>
            <a:r>
              <a:rPr lang="en-US" dirty="0"/>
              <a:t>SELECT AVG(</a:t>
            </a:r>
            <a:r>
              <a:rPr lang="en-US" dirty="0" err="1"/>
              <a:t>Traffic_Delay_Min</a:t>
            </a:r>
            <a:r>
              <a:rPr lang="en-US" dirty="0"/>
              <a:t>)</a:t>
            </a:r>
          </a:p>
          <a:p>
            <a:pPr marL="0" indent="0">
              <a:buNone/>
            </a:pPr>
            <a:r>
              <a:rPr lang="en-US" dirty="0"/>
              <a:t>)</a:t>
            </a:r>
          </a:p>
          <a:p>
            <a:pPr marL="0" indent="0">
              <a:buNone/>
            </a:pPr>
            <a:r>
              <a:rPr lang="en-US" dirty="0"/>
              <a:t>WHERE </a:t>
            </a:r>
            <a:r>
              <a:rPr lang="en-US" dirty="0" err="1"/>
              <a:t>Traffic_Delay_Min</a:t>
            </a:r>
            <a:r>
              <a:rPr lang="en-US" dirty="0"/>
              <a:t> IS NULL;</a:t>
            </a:r>
          </a:p>
          <a:p>
            <a:pPr marL="0" indent="0">
              <a:buNone/>
            </a:pPr>
            <a:r>
              <a:rPr lang="en-IN" dirty="0"/>
              <a:t>SELECT * from routes;</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932013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149FA-274E-7E63-F11A-21CF646EF335}"/>
              </a:ext>
            </a:extLst>
          </p:cNvPr>
          <p:cNvSpPr>
            <a:spLocks noGrp="1"/>
          </p:cNvSpPr>
          <p:nvPr>
            <p:ph type="title"/>
          </p:nvPr>
        </p:nvSpPr>
        <p:spPr/>
        <p:txBody>
          <a:bodyPr/>
          <a:lstStyle/>
          <a:p>
            <a:endParaRPr lang="en-IN"/>
          </a:p>
        </p:txBody>
      </p:sp>
      <p:graphicFrame>
        <p:nvGraphicFramePr>
          <p:cNvPr id="7" name="Content Placeholder 6">
            <a:extLst>
              <a:ext uri="{FF2B5EF4-FFF2-40B4-BE49-F238E27FC236}">
                <a16:creationId xmlns:a16="http://schemas.microsoft.com/office/drawing/2014/main" id="{6B6F70B7-358F-12AF-CC2E-8451D6B52410}"/>
              </a:ext>
            </a:extLst>
          </p:cNvPr>
          <p:cNvGraphicFramePr>
            <a:graphicFrameLocks noGrp="1"/>
          </p:cNvGraphicFramePr>
          <p:nvPr>
            <p:ph idx="1"/>
            <p:extLst>
              <p:ext uri="{D42A27DB-BD31-4B8C-83A1-F6EECF244321}">
                <p14:modId xmlns:p14="http://schemas.microsoft.com/office/powerpoint/2010/main" val="3180410728"/>
              </p:ext>
            </p:extLst>
          </p:nvPr>
        </p:nvGraphicFramePr>
        <p:xfrm>
          <a:off x="0" y="-111760"/>
          <a:ext cx="12293600" cy="10263962"/>
        </p:xfrm>
        <a:graphic>
          <a:graphicData uri="http://schemas.openxmlformats.org/drawingml/2006/table">
            <a:tbl>
              <a:tblPr firstRow="1">
                <a:tableStyleId>{35758FB7-9AC5-4552-8A53-C91805E547FA}</a:tableStyleId>
              </a:tblPr>
              <a:tblGrid>
                <a:gridCol w="1684772">
                  <a:extLst>
                    <a:ext uri="{9D8B030D-6E8A-4147-A177-3AD203B41FA5}">
                      <a16:colId xmlns:a16="http://schemas.microsoft.com/office/drawing/2014/main" val="2333217610"/>
                    </a:ext>
                  </a:extLst>
                </a:gridCol>
                <a:gridCol w="2330246">
                  <a:extLst>
                    <a:ext uri="{9D8B030D-6E8A-4147-A177-3AD203B41FA5}">
                      <a16:colId xmlns:a16="http://schemas.microsoft.com/office/drawing/2014/main" val="2847705967"/>
                    </a:ext>
                  </a:extLst>
                </a:gridCol>
                <a:gridCol w="2212258">
                  <a:extLst>
                    <a:ext uri="{9D8B030D-6E8A-4147-A177-3AD203B41FA5}">
                      <a16:colId xmlns:a16="http://schemas.microsoft.com/office/drawing/2014/main" val="1146312560"/>
                    </a:ext>
                  </a:extLst>
                </a:gridCol>
                <a:gridCol w="1563329">
                  <a:extLst>
                    <a:ext uri="{9D8B030D-6E8A-4147-A177-3AD203B41FA5}">
                      <a16:colId xmlns:a16="http://schemas.microsoft.com/office/drawing/2014/main" val="2385522968"/>
                    </a:ext>
                  </a:extLst>
                </a:gridCol>
                <a:gridCol w="1838632">
                  <a:extLst>
                    <a:ext uri="{9D8B030D-6E8A-4147-A177-3AD203B41FA5}">
                      <a16:colId xmlns:a16="http://schemas.microsoft.com/office/drawing/2014/main" val="2272630284"/>
                    </a:ext>
                  </a:extLst>
                </a:gridCol>
                <a:gridCol w="2664363">
                  <a:extLst>
                    <a:ext uri="{9D8B030D-6E8A-4147-A177-3AD203B41FA5}">
                      <a16:colId xmlns:a16="http://schemas.microsoft.com/office/drawing/2014/main" val="112525717"/>
                    </a:ext>
                  </a:extLst>
                </a:gridCol>
              </a:tblGrid>
              <a:tr h="948686">
                <a:tc>
                  <a:txBody>
                    <a:bodyPr/>
                    <a:lstStyle/>
                    <a:p>
                      <a:pPr algn="ctr">
                        <a:buNone/>
                      </a:pPr>
                      <a:r>
                        <a:rPr lang="en-US" sz="2000" b="1" u="sng" dirty="0" err="1"/>
                        <a:t>Route_ID</a:t>
                      </a:r>
                      <a:endParaRPr lang="en-IN" sz="2000" b="1" u="sng" dirty="0">
                        <a:latin typeface="Arial Black" panose="020B0A04020102020204" pitchFamily="34" charset="0"/>
                      </a:endParaRP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b="1" u="sng" dirty="0" err="1"/>
                        <a:t>Start_Location</a:t>
                      </a:r>
                      <a:endParaRPr lang="en-IN" sz="2000" b="1" u="sng" dirty="0">
                        <a:latin typeface="Arial Black" panose="020B0A04020102020204" pitchFamily="34" charset="0"/>
                      </a:endParaRP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2000" b="1" u="sng" dirty="0" err="1"/>
                        <a:t>End_Location</a:t>
                      </a:r>
                      <a:endParaRPr lang="en-IN" sz="2000" b="1" u="sng" dirty="0">
                        <a:latin typeface="Arial Black" panose="020B0A04020102020204" pitchFamily="34" charset="0"/>
                      </a:endParaRP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b="1" u="sng" dirty="0" err="1"/>
                        <a:t>Distance_KM</a:t>
                      </a:r>
                      <a:endParaRPr lang="en-IN" sz="2000" b="1" u="sng" dirty="0">
                        <a:latin typeface="Arial Black" panose="020B0A04020102020204" pitchFamily="34" charset="0"/>
                      </a:endParaRP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b="1" u="sng" dirty="0" err="1"/>
                        <a:t>Avg_Travel_Time_Min</a:t>
                      </a:r>
                      <a:endParaRPr lang="en-IN" sz="2000" b="1" u="sng" dirty="0">
                        <a:latin typeface="Arial Black" panose="020B0A04020102020204" pitchFamily="34" charset="0"/>
                      </a:endParaRP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b="1" u="sng" dirty="0" err="1"/>
                        <a:t>Traffic_Delay_Min</a:t>
                      </a:r>
                      <a:endParaRPr lang="en-IN" sz="2000" b="1" u="sng" dirty="0">
                        <a:latin typeface="Arial Black" panose="020B0A04020102020204" pitchFamily="34" charset="0"/>
                      </a:endParaRP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243721"/>
                  </a:ext>
                </a:extLst>
              </a:tr>
              <a:tr h="343158">
                <a:tc>
                  <a:txBody>
                    <a:bodyPr/>
                    <a:lstStyle/>
                    <a:p>
                      <a:pPr>
                        <a:buNone/>
                      </a:pPr>
                      <a:r>
                        <a:rPr lang="en-IN" sz="2000" dirty="0"/>
                        <a:t>R001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New </a:t>
                      </a:r>
                      <a:r>
                        <a:rPr lang="en-IN" sz="2000" dirty="0" err="1"/>
                        <a:t>Aimeechester</a:t>
                      </a:r>
                      <a:endParaRPr lang="en-IN" sz="2000" dirty="0"/>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err="1"/>
                        <a:t>Sabrinaland</a:t>
                      </a:r>
                      <a:endParaRPr lang="en-IN" sz="2000" dirty="0"/>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130.1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212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36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143787"/>
                  </a:ext>
                </a:extLst>
              </a:tr>
              <a:tr h="343158">
                <a:tc>
                  <a:txBody>
                    <a:bodyPr/>
                    <a:lstStyle/>
                    <a:p>
                      <a:pPr>
                        <a:buNone/>
                      </a:pPr>
                      <a:r>
                        <a:rPr lang="en-IN" sz="2000"/>
                        <a:t>R002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South Brianchester</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Huffmanmouth</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191.9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89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22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94624"/>
                  </a:ext>
                </a:extLst>
              </a:tr>
              <a:tr h="948686">
                <a:tc>
                  <a:txBody>
                    <a:bodyPr/>
                    <a:lstStyle/>
                    <a:p>
                      <a:pPr>
                        <a:buNone/>
                      </a:pPr>
                      <a:r>
                        <a:rPr lang="en-IN" sz="2000"/>
                        <a:t>R003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East Amy</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South Katherinemouth</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110.5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190</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11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7470286"/>
                  </a:ext>
                </a:extLst>
              </a:tr>
              <a:tr h="343158">
                <a:tc>
                  <a:txBody>
                    <a:bodyPr/>
                    <a:lstStyle/>
                    <a:p>
                      <a:pPr>
                        <a:buNone/>
                      </a:pPr>
                      <a:r>
                        <a:rPr lang="en-IN" sz="2000"/>
                        <a:t>R004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Ramosside</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Stevenview</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136.9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32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7722650"/>
                  </a:ext>
                </a:extLst>
              </a:tr>
              <a:tr h="343158">
                <a:tc>
                  <a:txBody>
                    <a:bodyPr/>
                    <a:lstStyle/>
                    <a:p>
                      <a:pPr>
                        <a:buNone/>
                      </a:pPr>
                      <a:r>
                        <a:rPr lang="en-IN" sz="2000"/>
                        <a:t>R005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New Jessica</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Davismouth</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71.4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191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26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1846570"/>
                  </a:ext>
                </a:extLst>
              </a:tr>
              <a:tr h="645922">
                <a:tc>
                  <a:txBody>
                    <a:bodyPr/>
                    <a:lstStyle/>
                    <a:p>
                      <a:pPr>
                        <a:buNone/>
                      </a:pPr>
                      <a:r>
                        <a:rPr lang="en-IN" sz="2000"/>
                        <a:t>R006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Lake Robinhaven</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East </a:t>
                      </a:r>
                      <a:r>
                        <a:rPr lang="en-IN" sz="2000" dirty="0" err="1"/>
                        <a:t>Christopherville</a:t>
                      </a:r>
                      <a:endParaRPr lang="en-IN" sz="2000" dirty="0"/>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29.4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183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42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2238824"/>
                  </a:ext>
                </a:extLst>
              </a:tr>
              <a:tr h="343158">
                <a:tc>
                  <a:txBody>
                    <a:bodyPr/>
                    <a:lstStyle/>
                    <a:p>
                      <a:pPr>
                        <a:buNone/>
                      </a:pPr>
                      <a:r>
                        <a:rPr lang="en-IN" sz="2000"/>
                        <a:t>R007</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Aaronhaven</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Jeanneberg</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74.3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263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51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592534"/>
                  </a:ext>
                </a:extLst>
              </a:tr>
              <a:tr h="645922">
                <a:tc>
                  <a:txBody>
                    <a:bodyPr/>
                    <a:lstStyle/>
                    <a:p>
                      <a:pPr>
                        <a:buNone/>
                      </a:pPr>
                      <a:r>
                        <a:rPr lang="en-IN" sz="2000"/>
                        <a:t>R008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South Davidborough</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Carsonberg</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52.4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215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34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7807653"/>
                  </a:ext>
                </a:extLst>
              </a:tr>
              <a:tr h="343158">
                <a:tc>
                  <a:txBody>
                    <a:bodyPr/>
                    <a:lstStyle/>
                    <a:p>
                      <a:pPr>
                        <a:buNone/>
                      </a:pPr>
                      <a:r>
                        <a:rPr lang="en-IN" sz="2000"/>
                        <a:t>R009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Bellfurt</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Lake Marvin</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126.4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209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46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06220"/>
                  </a:ext>
                </a:extLst>
              </a:tr>
              <a:tr h="343158">
                <a:tc>
                  <a:txBody>
                    <a:bodyPr/>
                    <a:lstStyle/>
                    <a:p>
                      <a:pPr>
                        <a:buNone/>
                      </a:pPr>
                      <a:r>
                        <a:rPr lang="en-IN" sz="2000"/>
                        <a:t>R010</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North Aliceside</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Lake Jennifer</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115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172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40</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2672034"/>
                  </a:ext>
                </a:extLst>
              </a:tr>
              <a:tr h="645922">
                <a:tc>
                  <a:txBody>
                    <a:bodyPr/>
                    <a:lstStyle/>
                    <a:p>
                      <a:pPr>
                        <a:buNone/>
                      </a:pPr>
                      <a:r>
                        <a:rPr lang="en-IN" sz="2000"/>
                        <a:t>R011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Lowemouth</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Samanthaborough</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170.1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178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2007855"/>
                  </a:ext>
                </a:extLst>
              </a:tr>
              <a:tr h="645922">
                <a:tc>
                  <a:txBody>
                    <a:bodyPr/>
                    <a:lstStyle/>
                    <a:p>
                      <a:pPr>
                        <a:buNone/>
                      </a:pPr>
                      <a:r>
                        <a:rPr lang="en-IN" sz="2000"/>
                        <a:t>R012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West Calvinview</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Port Audreyberg</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99.4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110</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2141295"/>
                  </a:ext>
                </a:extLst>
              </a:tr>
              <a:tr h="343158">
                <a:tc>
                  <a:txBody>
                    <a:bodyPr/>
                    <a:lstStyle/>
                    <a:p>
                      <a:pPr>
                        <a:buNone/>
                      </a:pPr>
                      <a:r>
                        <a:rPr lang="en-IN" sz="2000"/>
                        <a:t>R013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South Johnville</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Port Scott</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37.3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40</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38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285141"/>
                  </a:ext>
                </a:extLst>
              </a:tr>
              <a:tr h="343158">
                <a:tc>
                  <a:txBody>
                    <a:bodyPr/>
                    <a:lstStyle/>
                    <a:p>
                      <a:pPr>
                        <a:buNone/>
                      </a:pPr>
                      <a:r>
                        <a:rPr lang="en-IN" sz="2000"/>
                        <a:t>R014</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North Edward</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Matthewport</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125.3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55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58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07154"/>
                  </a:ext>
                </a:extLst>
              </a:tr>
              <a:tr h="343158">
                <a:tc>
                  <a:txBody>
                    <a:bodyPr/>
                    <a:lstStyle/>
                    <a:p>
                      <a:pPr>
                        <a:buNone/>
                      </a:pPr>
                      <a:r>
                        <a:rPr lang="en-IN" sz="2000"/>
                        <a:t>R015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South Jenniferfurt</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Lindsayton</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34.6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115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350912"/>
                  </a:ext>
                </a:extLst>
              </a:tr>
              <a:tr h="645922">
                <a:tc>
                  <a:txBody>
                    <a:bodyPr/>
                    <a:lstStyle/>
                    <a:p>
                      <a:pPr>
                        <a:buNone/>
                      </a:pPr>
                      <a:r>
                        <a:rPr lang="en-IN" sz="2000"/>
                        <a:t>R016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Lake Kathrynchester</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Port Michael</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25.1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166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7763116"/>
                  </a:ext>
                </a:extLst>
              </a:tr>
              <a:tr h="343158">
                <a:tc>
                  <a:txBody>
                    <a:bodyPr/>
                    <a:lstStyle/>
                    <a:p>
                      <a:pPr>
                        <a:buNone/>
                      </a:pPr>
                      <a:r>
                        <a:rPr lang="en-IN" sz="2000"/>
                        <a:t>R017</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Port Tammybury</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Abbottside</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24.6</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75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4327977"/>
                  </a:ext>
                </a:extLst>
              </a:tr>
              <a:tr h="343158">
                <a:tc>
                  <a:txBody>
                    <a:bodyPr/>
                    <a:lstStyle/>
                    <a:p>
                      <a:pPr>
                        <a:buNone/>
                      </a:pPr>
                      <a:r>
                        <a:rPr lang="en-IN" sz="2000"/>
                        <a:t>R018</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Lake Jessicastad</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Samuelport</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142.2</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265</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406269"/>
                  </a:ext>
                </a:extLst>
              </a:tr>
              <a:tr h="343158">
                <a:tc>
                  <a:txBody>
                    <a:bodyPr/>
                    <a:lstStyle/>
                    <a:p>
                      <a:pPr>
                        <a:buNone/>
                      </a:pPr>
                      <a:r>
                        <a:rPr lang="en-IN" sz="2000"/>
                        <a:t>R019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Lake Oscarfurt</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New Ivanshire</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184.7</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49</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37</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266530"/>
                  </a:ext>
                </a:extLst>
              </a:tr>
              <a:tr h="645922">
                <a:tc>
                  <a:txBody>
                    <a:bodyPr/>
                    <a:lstStyle/>
                    <a:p>
                      <a:pPr>
                        <a:buNone/>
                      </a:pPr>
                      <a:r>
                        <a:rPr lang="en-IN" sz="2000"/>
                        <a:t>R020</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Juliestad</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South Jonathanshire</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a:t>94.1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171</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2000" dirty="0"/>
                        <a:t>23</a:t>
                      </a:r>
                    </a:p>
                  </a:txBody>
                  <a:tcPr marL="40667" marR="40667" marT="20333" marB="203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5945614"/>
                  </a:ext>
                </a:extLst>
              </a:tr>
            </a:tbl>
          </a:graphicData>
        </a:graphic>
      </p:graphicFrame>
    </p:spTree>
    <p:extLst>
      <p:ext uri="{BB962C8B-B14F-4D97-AF65-F5344CB8AC3E}">
        <p14:creationId xmlns:p14="http://schemas.microsoft.com/office/powerpoint/2010/main" val="40645332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DE68B5-9C6D-1B43-6A5B-9FD8176E3529}"/>
              </a:ext>
            </a:extLst>
          </p:cNvPr>
          <p:cNvSpPr>
            <a:spLocks noGrp="1"/>
          </p:cNvSpPr>
          <p:nvPr>
            <p:ph idx="1"/>
          </p:nvPr>
        </p:nvSpPr>
        <p:spPr>
          <a:xfrm>
            <a:off x="0" y="0"/>
            <a:ext cx="12192000" cy="6077903"/>
          </a:xfrm>
        </p:spPr>
        <p:txBody>
          <a:bodyPr>
            <a:normAutofit/>
          </a:bodyPr>
          <a:lstStyle/>
          <a:p>
            <a:r>
              <a:rPr lang="en-US" sz="1800" b="1" u="sng" dirty="0"/>
              <a:t>Convert all date columns into YYYY-MM-DD format using SQL functions.</a:t>
            </a:r>
          </a:p>
          <a:p>
            <a:pPr marL="0" indent="0">
              <a:buNone/>
            </a:pPr>
            <a:r>
              <a:rPr lang="en-US" sz="1800" dirty="0"/>
              <a:t>update orders</a:t>
            </a:r>
          </a:p>
          <a:p>
            <a:pPr marL="0" indent="0">
              <a:buNone/>
            </a:pPr>
            <a:r>
              <a:rPr lang="en-US" sz="1800" dirty="0"/>
              <a:t>set </a:t>
            </a:r>
            <a:r>
              <a:rPr lang="en-US" sz="1800" dirty="0" err="1"/>
              <a:t>Order_Date</a:t>
            </a:r>
            <a:r>
              <a:rPr lang="en-US" sz="1800" dirty="0"/>
              <a:t> = </a:t>
            </a:r>
            <a:r>
              <a:rPr lang="en-US" sz="1800" dirty="0" err="1"/>
              <a:t>date_format</a:t>
            </a:r>
            <a:r>
              <a:rPr lang="en-US" sz="1800" dirty="0"/>
              <a:t>(</a:t>
            </a:r>
            <a:r>
              <a:rPr lang="en-US" sz="1800" dirty="0" err="1"/>
              <a:t>Order_Date,'%Y</a:t>
            </a:r>
            <a:r>
              <a:rPr lang="en-US" sz="1800" dirty="0"/>
              <a:t>-%m-%d’); </a:t>
            </a:r>
          </a:p>
          <a:p>
            <a:pPr marL="0" indent="0">
              <a:buNone/>
            </a:pPr>
            <a:r>
              <a:rPr lang="en-IN" sz="1800" dirty="0"/>
              <a:t>SELECT * from orders;</a:t>
            </a:r>
          </a:p>
          <a:p>
            <a:pPr marL="0" indent="0">
              <a:buNone/>
            </a:pPr>
            <a:endParaRPr lang="en-IN" sz="1800" dirty="0"/>
          </a:p>
          <a:p>
            <a:r>
              <a:rPr lang="en-IN" sz="1800" b="1" u="sng" dirty="0"/>
              <a:t>OUTPUT:</a:t>
            </a:r>
          </a:p>
          <a:p>
            <a:pPr marL="0" indent="0">
              <a:buNone/>
            </a:pPr>
            <a:endParaRPr lang="en-IN" sz="1800" dirty="0"/>
          </a:p>
        </p:txBody>
      </p:sp>
      <p:graphicFrame>
        <p:nvGraphicFramePr>
          <p:cNvPr id="5" name="Table 4">
            <a:extLst>
              <a:ext uri="{FF2B5EF4-FFF2-40B4-BE49-F238E27FC236}">
                <a16:creationId xmlns:a16="http://schemas.microsoft.com/office/drawing/2014/main" id="{DC1869E5-F35A-BCB5-2040-0A485A603992}"/>
              </a:ext>
            </a:extLst>
          </p:cNvPr>
          <p:cNvGraphicFramePr>
            <a:graphicFrameLocks noGrp="1"/>
          </p:cNvGraphicFramePr>
          <p:nvPr>
            <p:extLst>
              <p:ext uri="{D42A27DB-BD31-4B8C-83A1-F6EECF244321}">
                <p14:modId xmlns:p14="http://schemas.microsoft.com/office/powerpoint/2010/main" val="4206405965"/>
              </p:ext>
            </p:extLst>
          </p:nvPr>
        </p:nvGraphicFramePr>
        <p:xfrm>
          <a:off x="0" y="2316480"/>
          <a:ext cx="12192000" cy="147335841"/>
        </p:xfrm>
        <a:graphic>
          <a:graphicData uri="http://schemas.openxmlformats.org/drawingml/2006/table">
            <a:tbl>
              <a:tblPr firstRow="1">
                <a:tableStyleId>{775DCB02-9BB8-47FD-8907-85C794F793BA}</a:tableStyleId>
              </a:tblPr>
              <a:tblGrid>
                <a:gridCol w="1524000">
                  <a:extLst>
                    <a:ext uri="{9D8B030D-6E8A-4147-A177-3AD203B41FA5}">
                      <a16:colId xmlns:a16="http://schemas.microsoft.com/office/drawing/2014/main" val="4092489245"/>
                    </a:ext>
                  </a:extLst>
                </a:gridCol>
                <a:gridCol w="1524000">
                  <a:extLst>
                    <a:ext uri="{9D8B030D-6E8A-4147-A177-3AD203B41FA5}">
                      <a16:colId xmlns:a16="http://schemas.microsoft.com/office/drawing/2014/main" val="1569442678"/>
                    </a:ext>
                  </a:extLst>
                </a:gridCol>
                <a:gridCol w="1524000">
                  <a:extLst>
                    <a:ext uri="{9D8B030D-6E8A-4147-A177-3AD203B41FA5}">
                      <a16:colId xmlns:a16="http://schemas.microsoft.com/office/drawing/2014/main" val="3114845050"/>
                    </a:ext>
                  </a:extLst>
                </a:gridCol>
                <a:gridCol w="1524000">
                  <a:extLst>
                    <a:ext uri="{9D8B030D-6E8A-4147-A177-3AD203B41FA5}">
                      <a16:colId xmlns:a16="http://schemas.microsoft.com/office/drawing/2014/main" val="617329419"/>
                    </a:ext>
                  </a:extLst>
                </a:gridCol>
                <a:gridCol w="1310640">
                  <a:extLst>
                    <a:ext uri="{9D8B030D-6E8A-4147-A177-3AD203B41FA5}">
                      <a16:colId xmlns:a16="http://schemas.microsoft.com/office/drawing/2014/main" val="770276787"/>
                    </a:ext>
                  </a:extLst>
                </a:gridCol>
                <a:gridCol w="1737360">
                  <a:extLst>
                    <a:ext uri="{9D8B030D-6E8A-4147-A177-3AD203B41FA5}">
                      <a16:colId xmlns:a16="http://schemas.microsoft.com/office/drawing/2014/main" val="3819263278"/>
                    </a:ext>
                  </a:extLst>
                </a:gridCol>
                <a:gridCol w="1524000">
                  <a:extLst>
                    <a:ext uri="{9D8B030D-6E8A-4147-A177-3AD203B41FA5}">
                      <a16:colId xmlns:a16="http://schemas.microsoft.com/office/drawing/2014/main" val="3213318931"/>
                    </a:ext>
                  </a:extLst>
                </a:gridCol>
                <a:gridCol w="1524000">
                  <a:extLst>
                    <a:ext uri="{9D8B030D-6E8A-4147-A177-3AD203B41FA5}">
                      <a16:colId xmlns:a16="http://schemas.microsoft.com/office/drawing/2014/main" val="2513795512"/>
                    </a:ext>
                  </a:extLst>
                </a:gridCol>
              </a:tblGrid>
              <a:tr h="675741">
                <a:tc>
                  <a:txBody>
                    <a:bodyPr/>
                    <a:lstStyle/>
                    <a:p>
                      <a:pPr algn="ctr">
                        <a:buNone/>
                      </a:pPr>
                      <a:r>
                        <a:rPr lang="en-IN" sz="1600" u="sng" dirty="0" err="1"/>
                        <a:t>Order_ID</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Customer_ID</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Warehouse_ID</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Route_ID</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Order_Date</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Expected_Delivery_Date</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Actual_Delivery_Date</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buNone/>
                      </a:pPr>
                      <a:r>
                        <a:rPr lang="en-IN" sz="1600" u="sng" dirty="0" err="1"/>
                        <a:t>Delivery_status</a:t>
                      </a:r>
                      <a:endParaRPr lang="en-IN" sz="1600"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555856797"/>
                  </a:ext>
                </a:extLst>
              </a:tr>
              <a:tr h="488867">
                <a:tc>
                  <a:txBody>
                    <a:bodyPr/>
                    <a:lstStyle/>
                    <a:p>
                      <a:pPr algn="ctr">
                        <a:buNone/>
                      </a:pPr>
                      <a:r>
                        <a:rPr lang="en-IN" sz="1600"/>
                        <a:t>O0001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7657868"/>
                  </a:ext>
                </a:extLst>
              </a:tr>
              <a:tr h="488867">
                <a:tc>
                  <a:txBody>
                    <a:bodyPr/>
                    <a:lstStyle/>
                    <a:p>
                      <a:pPr algn="ctr">
                        <a:buNone/>
                      </a:pPr>
                      <a:r>
                        <a:rPr lang="en-IN" sz="1600"/>
                        <a:t>O0002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5517146"/>
                  </a:ext>
                </a:extLst>
              </a:tr>
              <a:tr h="488867">
                <a:tc>
                  <a:txBody>
                    <a:bodyPr/>
                    <a:lstStyle/>
                    <a:p>
                      <a:pPr algn="ctr">
                        <a:buNone/>
                      </a:pPr>
                      <a:r>
                        <a:rPr lang="en-IN" sz="1600"/>
                        <a:t>O0003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7310763"/>
                  </a:ext>
                </a:extLst>
              </a:tr>
              <a:tr h="488867">
                <a:tc>
                  <a:txBody>
                    <a:bodyPr/>
                    <a:lstStyle/>
                    <a:p>
                      <a:pPr algn="ctr">
                        <a:buNone/>
                      </a:pPr>
                      <a:r>
                        <a:rPr lang="en-IN" sz="1600"/>
                        <a:t>O0004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331647"/>
                  </a:ext>
                </a:extLst>
              </a:tr>
              <a:tr h="488867">
                <a:tc>
                  <a:txBody>
                    <a:bodyPr/>
                    <a:lstStyle/>
                    <a:p>
                      <a:pPr algn="ctr">
                        <a:buNone/>
                      </a:pPr>
                      <a:r>
                        <a:rPr lang="en-IN" sz="1600"/>
                        <a:t>O0005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285276"/>
                  </a:ext>
                </a:extLst>
              </a:tr>
              <a:tr h="488867">
                <a:tc>
                  <a:txBody>
                    <a:bodyPr/>
                    <a:lstStyle/>
                    <a:p>
                      <a:pPr algn="ctr">
                        <a:buNone/>
                      </a:pPr>
                      <a:r>
                        <a:rPr lang="en-IN" sz="1600"/>
                        <a:t>O0006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8466379"/>
                  </a:ext>
                </a:extLst>
              </a:tr>
              <a:tr h="488867">
                <a:tc>
                  <a:txBody>
                    <a:bodyPr/>
                    <a:lstStyle/>
                    <a:p>
                      <a:pPr algn="ctr">
                        <a:buNone/>
                      </a:pPr>
                      <a:r>
                        <a:rPr lang="en-IN" sz="1600"/>
                        <a:t>O0007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4916987"/>
                  </a:ext>
                </a:extLst>
              </a:tr>
              <a:tr h="488867">
                <a:tc>
                  <a:txBody>
                    <a:bodyPr/>
                    <a:lstStyle/>
                    <a:p>
                      <a:pPr algn="ctr">
                        <a:buNone/>
                      </a:pPr>
                      <a:r>
                        <a:rPr lang="en-IN" sz="1600"/>
                        <a:t>O0008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3999196"/>
                  </a:ext>
                </a:extLst>
              </a:tr>
              <a:tr h="488867">
                <a:tc>
                  <a:txBody>
                    <a:bodyPr/>
                    <a:lstStyle/>
                    <a:p>
                      <a:pPr algn="ctr">
                        <a:buNone/>
                      </a:pPr>
                      <a:r>
                        <a:rPr lang="en-IN" sz="1600"/>
                        <a:t>O0009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591957"/>
                  </a:ext>
                </a:extLst>
              </a:tr>
              <a:tr h="488867">
                <a:tc>
                  <a:txBody>
                    <a:bodyPr/>
                    <a:lstStyle/>
                    <a:p>
                      <a:pPr algn="ctr">
                        <a:buNone/>
                      </a:pPr>
                      <a:r>
                        <a:rPr lang="en-IN" sz="1600"/>
                        <a:t>O0010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611960"/>
                  </a:ext>
                </a:extLst>
              </a:tr>
              <a:tr h="488867">
                <a:tc>
                  <a:txBody>
                    <a:bodyPr/>
                    <a:lstStyle/>
                    <a:p>
                      <a:pPr algn="ctr">
                        <a:buNone/>
                      </a:pPr>
                      <a:r>
                        <a:rPr lang="en-IN" sz="1600"/>
                        <a:t>O0011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7869601"/>
                  </a:ext>
                </a:extLst>
              </a:tr>
              <a:tr h="488867">
                <a:tc>
                  <a:txBody>
                    <a:bodyPr/>
                    <a:lstStyle/>
                    <a:p>
                      <a:pPr algn="ctr">
                        <a:buNone/>
                      </a:pPr>
                      <a:r>
                        <a:rPr lang="en-IN" sz="1600"/>
                        <a:t>O0012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424966"/>
                  </a:ext>
                </a:extLst>
              </a:tr>
              <a:tr h="488867">
                <a:tc>
                  <a:txBody>
                    <a:bodyPr/>
                    <a:lstStyle/>
                    <a:p>
                      <a:pPr algn="ctr">
                        <a:buNone/>
                      </a:pPr>
                      <a:r>
                        <a:rPr lang="en-IN" sz="1600"/>
                        <a:t>O0013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6127624"/>
                  </a:ext>
                </a:extLst>
              </a:tr>
              <a:tr h="488867">
                <a:tc>
                  <a:txBody>
                    <a:bodyPr/>
                    <a:lstStyle/>
                    <a:p>
                      <a:pPr algn="ctr">
                        <a:buNone/>
                      </a:pPr>
                      <a:r>
                        <a:rPr lang="en-IN" sz="1600"/>
                        <a:t>O0014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4816351"/>
                  </a:ext>
                </a:extLst>
              </a:tr>
              <a:tr h="488867">
                <a:tc>
                  <a:txBody>
                    <a:bodyPr/>
                    <a:lstStyle/>
                    <a:p>
                      <a:pPr algn="ctr">
                        <a:buNone/>
                      </a:pPr>
                      <a:r>
                        <a:rPr lang="en-IN" sz="1600"/>
                        <a:t>O0015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0817711"/>
                  </a:ext>
                </a:extLst>
              </a:tr>
              <a:tr h="488867">
                <a:tc>
                  <a:txBody>
                    <a:bodyPr/>
                    <a:lstStyle/>
                    <a:p>
                      <a:pPr algn="ctr">
                        <a:buNone/>
                      </a:pPr>
                      <a:r>
                        <a:rPr lang="en-IN" sz="1600"/>
                        <a:t>O0016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7371492"/>
                  </a:ext>
                </a:extLst>
              </a:tr>
              <a:tr h="488867">
                <a:tc>
                  <a:txBody>
                    <a:bodyPr/>
                    <a:lstStyle/>
                    <a:p>
                      <a:pPr algn="ctr">
                        <a:buNone/>
                      </a:pPr>
                      <a:r>
                        <a:rPr lang="en-IN" sz="1600"/>
                        <a:t>O0017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2556864"/>
                  </a:ext>
                </a:extLst>
              </a:tr>
              <a:tr h="488867">
                <a:tc>
                  <a:txBody>
                    <a:bodyPr/>
                    <a:lstStyle/>
                    <a:p>
                      <a:pPr algn="ctr">
                        <a:buNone/>
                      </a:pPr>
                      <a:r>
                        <a:rPr lang="en-IN" sz="1600"/>
                        <a:t>O0018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451125"/>
                  </a:ext>
                </a:extLst>
              </a:tr>
              <a:tr h="488867">
                <a:tc>
                  <a:txBody>
                    <a:bodyPr/>
                    <a:lstStyle/>
                    <a:p>
                      <a:pPr algn="ctr">
                        <a:buNone/>
                      </a:pPr>
                      <a:r>
                        <a:rPr lang="en-IN" sz="1600"/>
                        <a:t>O0019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075596"/>
                  </a:ext>
                </a:extLst>
              </a:tr>
              <a:tr h="488867">
                <a:tc>
                  <a:txBody>
                    <a:bodyPr/>
                    <a:lstStyle/>
                    <a:p>
                      <a:pPr algn="ctr">
                        <a:buNone/>
                      </a:pPr>
                      <a:r>
                        <a:rPr lang="en-IN" sz="1600"/>
                        <a:t>O0020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813605"/>
                  </a:ext>
                </a:extLst>
              </a:tr>
              <a:tr h="488867">
                <a:tc>
                  <a:txBody>
                    <a:bodyPr/>
                    <a:lstStyle/>
                    <a:p>
                      <a:pPr algn="ctr">
                        <a:buNone/>
                      </a:pPr>
                      <a:r>
                        <a:rPr lang="en-IN" sz="1600"/>
                        <a:t>O0021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933243"/>
                  </a:ext>
                </a:extLst>
              </a:tr>
              <a:tr h="488867">
                <a:tc>
                  <a:txBody>
                    <a:bodyPr/>
                    <a:lstStyle/>
                    <a:p>
                      <a:pPr algn="ctr">
                        <a:buNone/>
                      </a:pPr>
                      <a:r>
                        <a:rPr lang="en-IN" sz="1600"/>
                        <a:t>O0022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123544"/>
                  </a:ext>
                </a:extLst>
              </a:tr>
              <a:tr h="488867">
                <a:tc>
                  <a:txBody>
                    <a:bodyPr/>
                    <a:lstStyle/>
                    <a:p>
                      <a:pPr algn="ctr">
                        <a:buNone/>
                      </a:pPr>
                      <a:r>
                        <a:rPr lang="en-IN" sz="1600"/>
                        <a:t>O0023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0744636"/>
                  </a:ext>
                </a:extLst>
              </a:tr>
              <a:tr h="488867">
                <a:tc>
                  <a:txBody>
                    <a:bodyPr/>
                    <a:lstStyle/>
                    <a:p>
                      <a:pPr algn="ctr">
                        <a:buNone/>
                      </a:pPr>
                      <a:r>
                        <a:rPr lang="en-IN" sz="1600"/>
                        <a:t>O0024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0976755"/>
                  </a:ext>
                </a:extLst>
              </a:tr>
              <a:tr h="488867">
                <a:tc>
                  <a:txBody>
                    <a:bodyPr/>
                    <a:lstStyle/>
                    <a:p>
                      <a:pPr algn="ctr">
                        <a:buNone/>
                      </a:pPr>
                      <a:r>
                        <a:rPr lang="en-IN" sz="1600"/>
                        <a:t>O0025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6878301"/>
                  </a:ext>
                </a:extLst>
              </a:tr>
              <a:tr h="488867">
                <a:tc>
                  <a:txBody>
                    <a:bodyPr/>
                    <a:lstStyle/>
                    <a:p>
                      <a:pPr algn="ctr">
                        <a:buNone/>
                      </a:pPr>
                      <a:r>
                        <a:rPr lang="en-IN" sz="1600"/>
                        <a:t>O0026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143619"/>
                  </a:ext>
                </a:extLst>
              </a:tr>
              <a:tr h="488867">
                <a:tc>
                  <a:txBody>
                    <a:bodyPr/>
                    <a:lstStyle/>
                    <a:p>
                      <a:pPr algn="ctr">
                        <a:buNone/>
                      </a:pPr>
                      <a:r>
                        <a:rPr lang="en-IN" sz="1600"/>
                        <a:t>O0027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2098546"/>
                  </a:ext>
                </a:extLst>
              </a:tr>
              <a:tr h="488867">
                <a:tc>
                  <a:txBody>
                    <a:bodyPr/>
                    <a:lstStyle/>
                    <a:p>
                      <a:pPr algn="ctr">
                        <a:buNone/>
                      </a:pPr>
                      <a:r>
                        <a:rPr lang="en-IN" sz="1600"/>
                        <a:t>O0028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1061719"/>
                  </a:ext>
                </a:extLst>
              </a:tr>
              <a:tr h="488867">
                <a:tc>
                  <a:txBody>
                    <a:bodyPr/>
                    <a:lstStyle/>
                    <a:p>
                      <a:pPr algn="ctr">
                        <a:buNone/>
                      </a:pPr>
                      <a:r>
                        <a:rPr lang="en-IN" sz="1600"/>
                        <a:t>O0029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152515"/>
                  </a:ext>
                </a:extLst>
              </a:tr>
              <a:tr h="488867">
                <a:tc>
                  <a:txBody>
                    <a:bodyPr/>
                    <a:lstStyle/>
                    <a:p>
                      <a:pPr algn="ctr">
                        <a:buNone/>
                      </a:pPr>
                      <a:r>
                        <a:rPr lang="en-IN" sz="1600"/>
                        <a:t>O0030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9728556"/>
                  </a:ext>
                </a:extLst>
              </a:tr>
              <a:tr h="488867">
                <a:tc>
                  <a:txBody>
                    <a:bodyPr/>
                    <a:lstStyle/>
                    <a:p>
                      <a:pPr algn="ctr">
                        <a:buNone/>
                      </a:pPr>
                      <a:r>
                        <a:rPr lang="en-IN" sz="1600"/>
                        <a:t>O0031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8405156"/>
                  </a:ext>
                </a:extLst>
              </a:tr>
              <a:tr h="488867">
                <a:tc>
                  <a:txBody>
                    <a:bodyPr/>
                    <a:lstStyle/>
                    <a:p>
                      <a:pPr algn="ctr">
                        <a:buNone/>
                      </a:pPr>
                      <a:r>
                        <a:rPr lang="en-IN" sz="1600"/>
                        <a:t>O0032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109804"/>
                  </a:ext>
                </a:extLst>
              </a:tr>
              <a:tr h="488867">
                <a:tc>
                  <a:txBody>
                    <a:bodyPr/>
                    <a:lstStyle/>
                    <a:p>
                      <a:pPr algn="ctr">
                        <a:buNone/>
                      </a:pPr>
                      <a:r>
                        <a:rPr lang="en-IN" sz="1600"/>
                        <a:t>O0033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1559208"/>
                  </a:ext>
                </a:extLst>
              </a:tr>
              <a:tr h="488867">
                <a:tc>
                  <a:txBody>
                    <a:bodyPr/>
                    <a:lstStyle/>
                    <a:p>
                      <a:pPr algn="ctr">
                        <a:buNone/>
                      </a:pPr>
                      <a:r>
                        <a:rPr lang="en-IN" sz="1600"/>
                        <a:t>O0034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2267730"/>
                  </a:ext>
                </a:extLst>
              </a:tr>
              <a:tr h="488867">
                <a:tc>
                  <a:txBody>
                    <a:bodyPr/>
                    <a:lstStyle/>
                    <a:p>
                      <a:pPr algn="ctr">
                        <a:buNone/>
                      </a:pPr>
                      <a:r>
                        <a:rPr lang="en-IN" sz="1600"/>
                        <a:t>O0035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6215406"/>
                  </a:ext>
                </a:extLst>
              </a:tr>
              <a:tr h="488867">
                <a:tc>
                  <a:txBody>
                    <a:bodyPr/>
                    <a:lstStyle/>
                    <a:p>
                      <a:pPr algn="ctr">
                        <a:buNone/>
                      </a:pPr>
                      <a:r>
                        <a:rPr lang="en-IN" sz="1600"/>
                        <a:t>O0036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5710360"/>
                  </a:ext>
                </a:extLst>
              </a:tr>
              <a:tr h="488867">
                <a:tc>
                  <a:txBody>
                    <a:bodyPr/>
                    <a:lstStyle/>
                    <a:p>
                      <a:pPr algn="ctr">
                        <a:buNone/>
                      </a:pPr>
                      <a:r>
                        <a:rPr lang="en-IN" sz="1600"/>
                        <a:t>O0037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0102207"/>
                  </a:ext>
                </a:extLst>
              </a:tr>
              <a:tr h="488867">
                <a:tc>
                  <a:txBody>
                    <a:bodyPr/>
                    <a:lstStyle/>
                    <a:p>
                      <a:pPr algn="ctr">
                        <a:buNone/>
                      </a:pPr>
                      <a:r>
                        <a:rPr lang="en-IN" sz="1600"/>
                        <a:t>O0038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38081"/>
                  </a:ext>
                </a:extLst>
              </a:tr>
              <a:tr h="488867">
                <a:tc>
                  <a:txBody>
                    <a:bodyPr/>
                    <a:lstStyle/>
                    <a:p>
                      <a:pPr algn="ctr">
                        <a:buNone/>
                      </a:pPr>
                      <a:r>
                        <a:rPr lang="en-IN" sz="1600"/>
                        <a:t>O0039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0210432"/>
                  </a:ext>
                </a:extLst>
              </a:tr>
              <a:tr h="488867">
                <a:tc>
                  <a:txBody>
                    <a:bodyPr/>
                    <a:lstStyle/>
                    <a:p>
                      <a:pPr algn="ctr">
                        <a:buNone/>
                      </a:pPr>
                      <a:r>
                        <a:rPr lang="en-IN" sz="1600"/>
                        <a:t>O0040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956083"/>
                  </a:ext>
                </a:extLst>
              </a:tr>
              <a:tr h="488867">
                <a:tc>
                  <a:txBody>
                    <a:bodyPr/>
                    <a:lstStyle/>
                    <a:p>
                      <a:pPr algn="ctr">
                        <a:buNone/>
                      </a:pPr>
                      <a:r>
                        <a:rPr lang="en-IN" sz="1600"/>
                        <a:t>O0041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179842"/>
                  </a:ext>
                </a:extLst>
              </a:tr>
              <a:tr h="488867">
                <a:tc>
                  <a:txBody>
                    <a:bodyPr/>
                    <a:lstStyle/>
                    <a:p>
                      <a:pPr algn="ctr">
                        <a:buNone/>
                      </a:pPr>
                      <a:r>
                        <a:rPr lang="en-IN" sz="1600"/>
                        <a:t>O0042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7030637"/>
                  </a:ext>
                </a:extLst>
              </a:tr>
              <a:tr h="488867">
                <a:tc>
                  <a:txBody>
                    <a:bodyPr/>
                    <a:lstStyle/>
                    <a:p>
                      <a:pPr algn="ctr">
                        <a:buNone/>
                      </a:pPr>
                      <a:r>
                        <a:rPr lang="en-IN" sz="1600"/>
                        <a:t>O0043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402928"/>
                  </a:ext>
                </a:extLst>
              </a:tr>
              <a:tr h="488867">
                <a:tc>
                  <a:txBody>
                    <a:bodyPr/>
                    <a:lstStyle/>
                    <a:p>
                      <a:pPr algn="ctr">
                        <a:buNone/>
                      </a:pPr>
                      <a:r>
                        <a:rPr lang="en-IN" sz="1600"/>
                        <a:t>O0044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6440684"/>
                  </a:ext>
                </a:extLst>
              </a:tr>
              <a:tr h="488867">
                <a:tc>
                  <a:txBody>
                    <a:bodyPr/>
                    <a:lstStyle/>
                    <a:p>
                      <a:pPr algn="ctr">
                        <a:buNone/>
                      </a:pPr>
                      <a:r>
                        <a:rPr lang="en-IN" sz="1600"/>
                        <a:t>O0045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6518017"/>
                  </a:ext>
                </a:extLst>
              </a:tr>
              <a:tr h="488867">
                <a:tc>
                  <a:txBody>
                    <a:bodyPr/>
                    <a:lstStyle/>
                    <a:p>
                      <a:pPr algn="ctr">
                        <a:buNone/>
                      </a:pPr>
                      <a:r>
                        <a:rPr lang="en-IN" sz="1600"/>
                        <a:t>O0046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6907647"/>
                  </a:ext>
                </a:extLst>
              </a:tr>
              <a:tr h="488867">
                <a:tc>
                  <a:txBody>
                    <a:bodyPr/>
                    <a:lstStyle/>
                    <a:p>
                      <a:pPr algn="ctr">
                        <a:buNone/>
                      </a:pPr>
                      <a:r>
                        <a:rPr lang="en-IN" sz="1600"/>
                        <a:t>O0047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7351172"/>
                  </a:ext>
                </a:extLst>
              </a:tr>
              <a:tr h="488867">
                <a:tc>
                  <a:txBody>
                    <a:bodyPr/>
                    <a:lstStyle/>
                    <a:p>
                      <a:pPr algn="ctr">
                        <a:buNone/>
                      </a:pPr>
                      <a:r>
                        <a:rPr lang="en-IN" sz="1600"/>
                        <a:t>O0048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573793"/>
                  </a:ext>
                </a:extLst>
              </a:tr>
              <a:tr h="488867">
                <a:tc>
                  <a:txBody>
                    <a:bodyPr/>
                    <a:lstStyle/>
                    <a:p>
                      <a:pPr algn="ctr">
                        <a:buNone/>
                      </a:pPr>
                      <a:r>
                        <a:rPr lang="en-IN" sz="1600"/>
                        <a:t>O0049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0941914"/>
                  </a:ext>
                </a:extLst>
              </a:tr>
              <a:tr h="488867">
                <a:tc>
                  <a:txBody>
                    <a:bodyPr/>
                    <a:lstStyle/>
                    <a:p>
                      <a:pPr algn="ctr">
                        <a:buNone/>
                      </a:pPr>
                      <a:r>
                        <a:rPr lang="en-IN" sz="1600"/>
                        <a:t>O0050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2233641"/>
                  </a:ext>
                </a:extLst>
              </a:tr>
              <a:tr h="488867">
                <a:tc>
                  <a:txBody>
                    <a:bodyPr/>
                    <a:lstStyle/>
                    <a:p>
                      <a:pPr algn="ctr">
                        <a:buNone/>
                      </a:pPr>
                      <a:r>
                        <a:rPr lang="en-IN" sz="1600"/>
                        <a:t>O0051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5446685"/>
                  </a:ext>
                </a:extLst>
              </a:tr>
              <a:tr h="488867">
                <a:tc>
                  <a:txBody>
                    <a:bodyPr/>
                    <a:lstStyle/>
                    <a:p>
                      <a:pPr algn="ctr">
                        <a:buNone/>
                      </a:pPr>
                      <a:r>
                        <a:rPr lang="en-IN" sz="1600"/>
                        <a:t>O0052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3907449"/>
                  </a:ext>
                </a:extLst>
              </a:tr>
              <a:tr h="488867">
                <a:tc>
                  <a:txBody>
                    <a:bodyPr/>
                    <a:lstStyle/>
                    <a:p>
                      <a:pPr algn="ctr">
                        <a:buNone/>
                      </a:pPr>
                      <a:r>
                        <a:rPr lang="en-IN" sz="1600"/>
                        <a:t>O0053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9613379"/>
                  </a:ext>
                </a:extLst>
              </a:tr>
              <a:tr h="488867">
                <a:tc>
                  <a:txBody>
                    <a:bodyPr/>
                    <a:lstStyle/>
                    <a:p>
                      <a:pPr algn="ctr">
                        <a:buNone/>
                      </a:pPr>
                      <a:r>
                        <a:rPr lang="en-IN" sz="1600"/>
                        <a:t>O0054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8429706"/>
                  </a:ext>
                </a:extLst>
              </a:tr>
              <a:tr h="488867">
                <a:tc>
                  <a:txBody>
                    <a:bodyPr/>
                    <a:lstStyle/>
                    <a:p>
                      <a:pPr algn="ctr">
                        <a:buNone/>
                      </a:pPr>
                      <a:r>
                        <a:rPr lang="en-IN" sz="1600"/>
                        <a:t>O0055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653178"/>
                  </a:ext>
                </a:extLst>
              </a:tr>
              <a:tr h="488867">
                <a:tc>
                  <a:txBody>
                    <a:bodyPr/>
                    <a:lstStyle/>
                    <a:p>
                      <a:pPr algn="ctr">
                        <a:buNone/>
                      </a:pPr>
                      <a:r>
                        <a:rPr lang="en-IN" sz="1600"/>
                        <a:t>O0056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6147"/>
                  </a:ext>
                </a:extLst>
              </a:tr>
              <a:tr h="488867">
                <a:tc>
                  <a:txBody>
                    <a:bodyPr/>
                    <a:lstStyle/>
                    <a:p>
                      <a:pPr algn="ctr">
                        <a:buNone/>
                      </a:pPr>
                      <a:r>
                        <a:rPr lang="en-IN" sz="1600"/>
                        <a:t>O0057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0251778"/>
                  </a:ext>
                </a:extLst>
              </a:tr>
              <a:tr h="488867">
                <a:tc>
                  <a:txBody>
                    <a:bodyPr/>
                    <a:lstStyle/>
                    <a:p>
                      <a:pPr algn="ctr">
                        <a:buNone/>
                      </a:pPr>
                      <a:r>
                        <a:rPr lang="en-IN" sz="1600"/>
                        <a:t>O0058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3359831"/>
                  </a:ext>
                </a:extLst>
              </a:tr>
              <a:tr h="488867">
                <a:tc>
                  <a:txBody>
                    <a:bodyPr/>
                    <a:lstStyle/>
                    <a:p>
                      <a:pPr algn="ctr">
                        <a:buNone/>
                      </a:pPr>
                      <a:r>
                        <a:rPr lang="en-IN" sz="1600"/>
                        <a:t>O0059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9069123"/>
                  </a:ext>
                </a:extLst>
              </a:tr>
              <a:tr h="488867">
                <a:tc>
                  <a:txBody>
                    <a:bodyPr/>
                    <a:lstStyle/>
                    <a:p>
                      <a:pPr algn="ctr">
                        <a:buNone/>
                      </a:pPr>
                      <a:r>
                        <a:rPr lang="en-IN" sz="1600"/>
                        <a:t>O0060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6107760"/>
                  </a:ext>
                </a:extLst>
              </a:tr>
              <a:tr h="488867">
                <a:tc>
                  <a:txBody>
                    <a:bodyPr/>
                    <a:lstStyle/>
                    <a:p>
                      <a:pPr algn="ctr">
                        <a:buNone/>
                      </a:pPr>
                      <a:r>
                        <a:rPr lang="en-IN" sz="1600"/>
                        <a:t>O0061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8593688"/>
                  </a:ext>
                </a:extLst>
              </a:tr>
              <a:tr h="488867">
                <a:tc>
                  <a:txBody>
                    <a:bodyPr/>
                    <a:lstStyle/>
                    <a:p>
                      <a:pPr algn="ctr">
                        <a:buNone/>
                      </a:pPr>
                      <a:r>
                        <a:rPr lang="en-IN" sz="1600"/>
                        <a:t>O0062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893369"/>
                  </a:ext>
                </a:extLst>
              </a:tr>
              <a:tr h="488867">
                <a:tc>
                  <a:txBody>
                    <a:bodyPr/>
                    <a:lstStyle/>
                    <a:p>
                      <a:pPr algn="ctr">
                        <a:buNone/>
                      </a:pPr>
                      <a:r>
                        <a:rPr lang="en-IN" sz="1600"/>
                        <a:t>O0063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3258302"/>
                  </a:ext>
                </a:extLst>
              </a:tr>
              <a:tr h="488867">
                <a:tc>
                  <a:txBody>
                    <a:bodyPr/>
                    <a:lstStyle/>
                    <a:p>
                      <a:pPr algn="ctr">
                        <a:buNone/>
                      </a:pPr>
                      <a:r>
                        <a:rPr lang="en-IN" sz="1600"/>
                        <a:t>O0064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456566"/>
                  </a:ext>
                </a:extLst>
              </a:tr>
              <a:tr h="488867">
                <a:tc>
                  <a:txBody>
                    <a:bodyPr/>
                    <a:lstStyle/>
                    <a:p>
                      <a:pPr algn="ctr">
                        <a:buNone/>
                      </a:pPr>
                      <a:r>
                        <a:rPr lang="en-IN" sz="1600"/>
                        <a:t>O0065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143784"/>
                  </a:ext>
                </a:extLst>
              </a:tr>
              <a:tr h="488867">
                <a:tc>
                  <a:txBody>
                    <a:bodyPr/>
                    <a:lstStyle/>
                    <a:p>
                      <a:pPr algn="ctr">
                        <a:buNone/>
                      </a:pPr>
                      <a:r>
                        <a:rPr lang="en-IN" sz="1600"/>
                        <a:t>O0066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9738859"/>
                  </a:ext>
                </a:extLst>
              </a:tr>
              <a:tr h="488867">
                <a:tc>
                  <a:txBody>
                    <a:bodyPr/>
                    <a:lstStyle/>
                    <a:p>
                      <a:pPr algn="ctr">
                        <a:buNone/>
                      </a:pPr>
                      <a:r>
                        <a:rPr lang="en-IN" sz="1600"/>
                        <a:t>O0067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018821"/>
                  </a:ext>
                </a:extLst>
              </a:tr>
              <a:tr h="488867">
                <a:tc>
                  <a:txBody>
                    <a:bodyPr/>
                    <a:lstStyle/>
                    <a:p>
                      <a:pPr algn="ctr">
                        <a:buNone/>
                      </a:pPr>
                      <a:r>
                        <a:rPr lang="en-IN" sz="1600"/>
                        <a:t>O0068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73983"/>
                  </a:ext>
                </a:extLst>
              </a:tr>
              <a:tr h="488867">
                <a:tc>
                  <a:txBody>
                    <a:bodyPr/>
                    <a:lstStyle/>
                    <a:p>
                      <a:pPr algn="ctr">
                        <a:buNone/>
                      </a:pPr>
                      <a:r>
                        <a:rPr lang="en-IN" sz="1600"/>
                        <a:t>O0069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3102741"/>
                  </a:ext>
                </a:extLst>
              </a:tr>
              <a:tr h="488867">
                <a:tc>
                  <a:txBody>
                    <a:bodyPr/>
                    <a:lstStyle/>
                    <a:p>
                      <a:pPr algn="ctr">
                        <a:buNone/>
                      </a:pPr>
                      <a:r>
                        <a:rPr lang="en-IN" sz="1600"/>
                        <a:t>O0070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8544900"/>
                  </a:ext>
                </a:extLst>
              </a:tr>
              <a:tr h="488867">
                <a:tc>
                  <a:txBody>
                    <a:bodyPr/>
                    <a:lstStyle/>
                    <a:p>
                      <a:pPr algn="ctr">
                        <a:buNone/>
                      </a:pPr>
                      <a:r>
                        <a:rPr lang="en-IN" sz="1600"/>
                        <a:t>O0071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9274002"/>
                  </a:ext>
                </a:extLst>
              </a:tr>
              <a:tr h="488867">
                <a:tc>
                  <a:txBody>
                    <a:bodyPr/>
                    <a:lstStyle/>
                    <a:p>
                      <a:pPr algn="ctr">
                        <a:buNone/>
                      </a:pPr>
                      <a:r>
                        <a:rPr lang="en-IN" sz="1600"/>
                        <a:t>O0072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942799"/>
                  </a:ext>
                </a:extLst>
              </a:tr>
              <a:tr h="488867">
                <a:tc>
                  <a:txBody>
                    <a:bodyPr/>
                    <a:lstStyle/>
                    <a:p>
                      <a:pPr algn="ctr">
                        <a:buNone/>
                      </a:pPr>
                      <a:r>
                        <a:rPr lang="en-IN" sz="1600"/>
                        <a:t>O0073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1367052"/>
                  </a:ext>
                </a:extLst>
              </a:tr>
              <a:tr h="488867">
                <a:tc>
                  <a:txBody>
                    <a:bodyPr/>
                    <a:lstStyle/>
                    <a:p>
                      <a:pPr algn="ctr">
                        <a:buNone/>
                      </a:pPr>
                      <a:r>
                        <a:rPr lang="en-IN" sz="1600"/>
                        <a:t>O0074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423206"/>
                  </a:ext>
                </a:extLst>
              </a:tr>
              <a:tr h="488867">
                <a:tc>
                  <a:txBody>
                    <a:bodyPr/>
                    <a:lstStyle/>
                    <a:p>
                      <a:pPr algn="ctr">
                        <a:buNone/>
                      </a:pPr>
                      <a:r>
                        <a:rPr lang="en-IN" sz="1600"/>
                        <a:t>O0075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156035"/>
                  </a:ext>
                </a:extLst>
              </a:tr>
              <a:tr h="488867">
                <a:tc>
                  <a:txBody>
                    <a:bodyPr/>
                    <a:lstStyle/>
                    <a:p>
                      <a:pPr algn="ctr">
                        <a:buNone/>
                      </a:pPr>
                      <a:r>
                        <a:rPr lang="en-IN" sz="1600"/>
                        <a:t>O0076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612046"/>
                  </a:ext>
                </a:extLst>
              </a:tr>
              <a:tr h="488867">
                <a:tc>
                  <a:txBody>
                    <a:bodyPr/>
                    <a:lstStyle/>
                    <a:p>
                      <a:pPr algn="ctr">
                        <a:buNone/>
                      </a:pPr>
                      <a:r>
                        <a:rPr lang="en-IN" sz="1600"/>
                        <a:t>O0077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6632240"/>
                  </a:ext>
                </a:extLst>
              </a:tr>
              <a:tr h="488867">
                <a:tc>
                  <a:txBody>
                    <a:bodyPr/>
                    <a:lstStyle/>
                    <a:p>
                      <a:pPr algn="ctr">
                        <a:buNone/>
                      </a:pPr>
                      <a:r>
                        <a:rPr lang="en-IN" sz="1600"/>
                        <a:t>O0078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698661"/>
                  </a:ext>
                </a:extLst>
              </a:tr>
              <a:tr h="488867">
                <a:tc>
                  <a:txBody>
                    <a:bodyPr/>
                    <a:lstStyle/>
                    <a:p>
                      <a:pPr algn="ctr">
                        <a:buNone/>
                      </a:pPr>
                      <a:r>
                        <a:rPr lang="en-IN" sz="1600"/>
                        <a:t>O0079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0287478"/>
                  </a:ext>
                </a:extLst>
              </a:tr>
              <a:tr h="488867">
                <a:tc>
                  <a:txBody>
                    <a:bodyPr/>
                    <a:lstStyle/>
                    <a:p>
                      <a:pPr algn="ctr">
                        <a:buNone/>
                      </a:pPr>
                      <a:r>
                        <a:rPr lang="en-IN" sz="1600"/>
                        <a:t>O0080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3452121"/>
                  </a:ext>
                </a:extLst>
              </a:tr>
              <a:tr h="488867">
                <a:tc>
                  <a:txBody>
                    <a:bodyPr/>
                    <a:lstStyle/>
                    <a:p>
                      <a:pPr algn="ctr">
                        <a:buNone/>
                      </a:pPr>
                      <a:r>
                        <a:rPr lang="en-IN" sz="1600"/>
                        <a:t>O0081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5155211"/>
                  </a:ext>
                </a:extLst>
              </a:tr>
              <a:tr h="488867">
                <a:tc>
                  <a:txBody>
                    <a:bodyPr/>
                    <a:lstStyle/>
                    <a:p>
                      <a:pPr algn="ctr">
                        <a:buNone/>
                      </a:pPr>
                      <a:r>
                        <a:rPr lang="en-IN" sz="1600"/>
                        <a:t>O0082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0159948"/>
                  </a:ext>
                </a:extLst>
              </a:tr>
              <a:tr h="488867">
                <a:tc>
                  <a:txBody>
                    <a:bodyPr/>
                    <a:lstStyle/>
                    <a:p>
                      <a:pPr algn="ctr">
                        <a:buNone/>
                      </a:pPr>
                      <a:r>
                        <a:rPr lang="en-IN" sz="1600"/>
                        <a:t>O0083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4693490"/>
                  </a:ext>
                </a:extLst>
              </a:tr>
              <a:tr h="488867">
                <a:tc>
                  <a:txBody>
                    <a:bodyPr/>
                    <a:lstStyle/>
                    <a:p>
                      <a:pPr algn="ctr">
                        <a:buNone/>
                      </a:pPr>
                      <a:r>
                        <a:rPr lang="en-IN" sz="1600"/>
                        <a:t>O0084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8756838"/>
                  </a:ext>
                </a:extLst>
              </a:tr>
              <a:tr h="488867">
                <a:tc>
                  <a:txBody>
                    <a:bodyPr/>
                    <a:lstStyle/>
                    <a:p>
                      <a:pPr algn="ctr">
                        <a:buNone/>
                      </a:pPr>
                      <a:r>
                        <a:rPr lang="en-IN" sz="1600"/>
                        <a:t>O0085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738328"/>
                  </a:ext>
                </a:extLst>
              </a:tr>
              <a:tr h="488867">
                <a:tc>
                  <a:txBody>
                    <a:bodyPr/>
                    <a:lstStyle/>
                    <a:p>
                      <a:pPr algn="ctr">
                        <a:buNone/>
                      </a:pPr>
                      <a:r>
                        <a:rPr lang="en-IN" sz="1600"/>
                        <a:t>O0086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084372"/>
                  </a:ext>
                </a:extLst>
              </a:tr>
              <a:tr h="488867">
                <a:tc>
                  <a:txBody>
                    <a:bodyPr/>
                    <a:lstStyle/>
                    <a:p>
                      <a:pPr algn="ctr">
                        <a:buNone/>
                      </a:pPr>
                      <a:r>
                        <a:rPr lang="en-IN" sz="1600"/>
                        <a:t>O0087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4202398"/>
                  </a:ext>
                </a:extLst>
              </a:tr>
              <a:tr h="488867">
                <a:tc>
                  <a:txBody>
                    <a:bodyPr/>
                    <a:lstStyle/>
                    <a:p>
                      <a:pPr algn="ctr">
                        <a:buNone/>
                      </a:pPr>
                      <a:r>
                        <a:rPr lang="en-IN" sz="1600"/>
                        <a:t>O0088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136776"/>
                  </a:ext>
                </a:extLst>
              </a:tr>
              <a:tr h="488867">
                <a:tc>
                  <a:txBody>
                    <a:bodyPr/>
                    <a:lstStyle/>
                    <a:p>
                      <a:pPr algn="ctr">
                        <a:buNone/>
                      </a:pPr>
                      <a:r>
                        <a:rPr lang="en-IN" sz="1600"/>
                        <a:t>O0089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527019"/>
                  </a:ext>
                </a:extLst>
              </a:tr>
              <a:tr h="488867">
                <a:tc>
                  <a:txBody>
                    <a:bodyPr/>
                    <a:lstStyle/>
                    <a:p>
                      <a:pPr algn="ctr">
                        <a:buNone/>
                      </a:pPr>
                      <a:r>
                        <a:rPr lang="en-IN" sz="1600"/>
                        <a:t>O0090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817764"/>
                  </a:ext>
                </a:extLst>
              </a:tr>
              <a:tr h="488867">
                <a:tc>
                  <a:txBody>
                    <a:bodyPr/>
                    <a:lstStyle/>
                    <a:p>
                      <a:pPr algn="ctr">
                        <a:buNone/>
                      </a:pPr>
                      <a:r>
                        <a:rPr lang="en-IN" sz="1600"/>
                        <a:t>O0091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1111580"/>
                  </a:ext>
                </a:extLst>
              </a:tr>
              <a:tr h="488867">
                <a:tc>
                  <a:txBody>
                    <a:bodyPr/>
                    <a:lstStyle/>
                    <a:p>
                      <a:pPr algn="ctr">
                        <a:buNone/>
                      </a:pPr>
                      <a:r>
                        <a:rPr lang="en-IN" sz="1600"/>
                        <a:t>O0092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3997101"/>
                  </a:ext>
                </a:extLst>
              </a:tr>
              <a:tr h="488867">
                <a:tc>
                  <a:txBody>
                    <a:bodyPr/>
                    <a:lstStyle/>
                    <a:p>
                      <a:pPr algn="ctr">
                        <a:buNone/>
                      </a:pPr>
                      <a:r>
                        <a:rPr lang="en-IN" sz="1600"/>
                        <a:t>O0093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420038"/>
                  </a:ext>
                </a:extLst>
              </a:tr>
              <a:tr h="488867">
                <a:tc>
                  <a:txBody>
                    <a:bodyPr/>
                    <a:lstStyle/>
                    <a:p>
                      <a:pPr algn="ctr">
                        <a:buNone/>
                      </a:pPr>
                      <a:r>
                        <a:rPr lang="en-IN" sz="1600"/>
                        <a:t>O0094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0461634"/>
                  </a:ext>
                </a:extLst>
              </a:tr>
              <a:tr h="488867">
                <a:tc>
                  <a:txBody>
                    <a:bodyPr/>
                    <a:lstStyle/>
                    <a:p>
                      <a:pPr algn="ctr">
                        <a:buNone/>
                      </a:pPr>
                      <a:r>
                        <a:rPr lang="en-IN" sz="1600"/>
                        <a:t>O0095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9659751"/>
                  </a:ext>
                </a:extLst>
              </a:tr>
              <a:tr h="488867">
                <a:tc>
                  <a:txBody>
                    <a:bodyPr/>
                    <a:lstStyle/>
                    <a:p>
                      <a:pPr algn="ctr">
                        <a:buNone/>
                      </a:pPr>
                      <a:r>
                        <a:rPr lang="en-IN" sz="1600"/>
                        <a:t>O0096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201713"/>
                  </a:ext>
                </a:extLst>
              </a:tr>
              <a:tr h="488867">
                <a:tc>
                  <a:txBody>
                    <a:bodyPr/>
                    <a:lstStyle/>
                    <a:p>
                      <a:pPr algn="ctr">
                        <a:buNone/>
                      </a:pPr>
                      <a:r>
                        <a:rPr lang="en-IN" sz="1600"/>
                        <a:t>O0097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072946"/>
                  </a:ext>
                </a:extLst>
              </a:tr>
              <a:tr h="488867">
                <a:tc>
                  <a:txBody>
                    <a:bodyPr/>
                    <a:lstStyle/>
                    <a:p>
                      <a:pPr algn="ctr">
                        <a:buNone/>
                      </a:pPr>
                      <a:r>
                        <a:rPr lang="en-IN" sz="1600"/>
                        <a:t>O0098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7495585"/>
                  </a:ext>
                </a:extLst>
              </a:tr>
              <a:tr h="488867">
                <a:tc>
                  <a:txBody>
                    <a:bodyPr/>
                    <a:lstStyle/>
                    <a:p>
                      <a:pPr algn="ctr">
                        <a:buNone/>
                      </a:pPr>
                      <a:r>
                        <a:rPr lang="en-IN" sz="1600"/>
                        <a:t>O0099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597763"/>
                  </a:ext>
                </a:extLst>
              </a:tr>
              <a:tr h="488867">
                <a:tc>
                  <a:txBody>
                    <a:bodyPr/>
                    <a:lstStyle/>
                    <a:p>
                      <a:pPr algn="ctr">
                        <a:buNone/>
                      </a:pPr>
                      <a:r>
                        <a:rPr lang="en-IN" sz="1600"/>
                        <a:t>O0100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7514908"/>
                  </a:ext>
                </a:extLst>
              </a:tr>
              <a:tr h="488867">
                <a:tc>
                  <a:txBody>
                    <a:bodyPr/>
                    <a:lstStyle/>
                    <a:p>
                      <a:pPr algn="ctr">
                        <a:buNone/>
                      </a:pPr>
                      <a:r>
                        <a:rPr lang="en-IN" sz="1600"/>
                        <a:t>O0101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1426524"/>
                  </a:ext>
                </a:extLst>
              </a:tr>
              <a:tr h="488867">
                <a:tc>
                  <a:txBody>
                    <a:bodyPr/>
                    <a:lstStyle/>
                    <a:p>
                      <a:pPr algn="ctr">
                        <a:buNone/>
                      </a:pPr>
                      <a:r>
                        <a:rPr lang="en-IN" sz="1600"/>
                        <a:t>O0102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5937462"/>
                  </a:ext>
                </a:extLst>
              </a:tr>
              <a:tr h="488867">
                <a:tc>
                  <a:txBody>
                    <a:bodyPr/>
                    <a:lstStyle/>
                    <a:p>
                      <a:pPr algn="ctr">
                        <a:buNone/>
                      </a:pPr>
                      <a:r>
                        <a:rPr lang="en-IN" sz="1600"/>
                        <a:t>O0103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82822"/>
                  </a:ext>
                </a:extLst>
              </a:tr>
              <a:tr h="488867">
                <a:tc>
                  <a:txBody>
                    <a:bodyPr/>
                    <a:lstStyle/>
                    <a:p>
                      <a:pPr algn="ctr">
                        <a:buNone/>
                      </a:pPr>
                      <a:r>
                        <a:rPr lang="en-IN" sz="1600"/>
                        <a:t>O0104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2592234"/>
                  </a:ext>
                </a:extLst>
              </a:tr>
              <a:tr h="488867">
                <a:tc>
                  <a:txBody>
                    <a:bodyPr/>
                    <a:lstStyle/>
                    <a:p>
                      <a:pPr algn="ctr">
                        <a:buNone/>
                      </a:pPr>
                      <a:r>
                        <a:rPr lang="en-IN" sz="1600"/>
                        <a:t>O0105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69374"/>
                  </a:ext>
                </a:extLst>
              </a:tr>
              <a:tr h="488867">
                <a:tc>
                  <a:txBody>
                    <a:bodyPr/>
                    <a:lstStyle/>
                    <a:p>
                      <a:pPr algn="ctr">
                        <a:buNone/>
                      </a:pPr>
                      <a:r>
                        <a:rPr lang="en-IN" sz="1600"/>
                        <a:t>O0106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462601"/>
                  </a:ext>
                </a:extLst>
              </a:tr>
              <a:tr h="488867">
                <a:tc>
                  <a:txBody>
                    <a:bodyPr/>
                    <a:lstStyle/>
                    <a:p>
                      <a:pPr algn="ctr">
                        <a:buNone/>
                      </a:pPr>
                      <a:r>
                        <a:rPr lang="en-IN" sz="1600"/>
                        <a:t>O0107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667063"/>
                  </a:ext>
                </a:extLst>
              </a:tr>
              <a:tr h="488867">
                <a:tc>
                  <a:txBody>
                    <a:bodyPr/>
                    <a:lstStyle/>
                    <a:p>
                      <a:pPr algn="ctr">
                        <a:buNone/>
                      </a:pPr>
                      <a:r>
                        <a:rPr lang="en-IN" sz="1600"/>
                        <a:t>O0108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495004"/>
                  </a:ext>
                </a:extLst>
              </a:tr>
              <a:tr h="488867">
                <a:tc>
                  <a:txBody>
                    <a:bodyPr/>
                    <a:lstStyle/>
                    <a:p>
                      <a:pPr algn="ctr">
                        <a:buNone/>
                      </a:pPr>
                      <a:r>
                        <a:rPr lang="en-IN" sz="1600"/>
                        <a:t>O0109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266485"/>
                  </a:ext>
                </a:extLst>
              </a:tr>
              <a:tr h="488867">
                <a:tc>
                  <a:txBody>
                    <a:bodyPr/>
                    <a:lstStyle/>
                    <a:p>
                      <a:pPr algn="ctr">
                        <a:buNone/>
                      </a:pPr>
                      <a:r>
                        <a:rPr lang="en-IN" sz="1600"/>
                        <a:t>O0110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4208983"/>
                  </a:ext>
                </a:extLst>
              </a:tr>
              <a:tr h="488867">
                <a:tc>
                  <a:txBody>
                    <a:bodyPr/>
                    <a:lstStyle/>
                    <a:p>
                      <a:pPr algn="ctr">
                        <a:buNone/>
                      </a:pPr>
                      <a:r>
                        <a:rPr lang="en-IN" sz="1600"/>
                        <a:t>O0111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689272"/>
                  </a:ext>
                </a:extLst>
              </a:tr>
              <a:tr h="488867">
                <a:tc>
                  <a:txBody>
                    <a:bodyPr/>
                    <a:lstStyle/>
                    <a:p>
                      <a:pPr algn="ctr">
                        <a:buNone/>
                      </a:pPr>
                      <a:r>
                        <a:rPr lang="en-IN" sz="1600"/>
                        <a:t>O0112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7311780"/>
                  </a:ext>
                </a:extLst>
              </a:tr>
              <a:tr h="488867">
                <a:tc>
                  <a:txBody>
                    <a:bodyPr/>
                    <a:lstStyle/>
                    <a:p>
                      <a:pPr algn="ctr">
                        <a:buNone/>
                      </a:pPr>
                      <a:r>
                        <a:rPr lang="en-IN" sz="1600"/>
                        <a:t>O0113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9160140"/>
                  </a:ext>
                </a:extLst>
              </a:tr>
              <a:tr h="488867">
                <a:tc>
                  <a:txBody>
                    <a:bodyPr/>
                    <a:lstStyle/>
                    <a:p>
                      <a:pPr algn="ctr">
                        <a:buNone/>
                      </a:pPr>
                      <a:r>
                        <a:rPr lang="en-IN" sz="1600"/>
                        <a:t>O0114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1017157"/>
                  </a:ext>
                </a:extLst>
              </a:tr>
              <a:tr h="488867">
                <a:tc>
                  <a:txBody>
                    <a:bodyPr/>
                    <a:lstStyle/>
                    <a:p>
                      <a:pPr algn="ctr">
                        <a:buNone/>
                      </a:pPr>
                      <a:r>
                        <a:rPr lang="en-IN" sz="1600"/>
                        <a:t>O0115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41540"/>
                  </a:ext>
                </a:extLst>
              </a:tr>
              <a:tr h="488867">
                <a:tc>
                  <a:txBody>
                    <a:bodyPr/>
                    <a:lstStyle/>
                    <a:p>
                      <a:pPr algn="ctr">
                        <a:buNone/>
                      </a:pPr>
                      <a:r>
                        <a:rPr lang="en-IN" sz="1600"/>
                        <a:t>O0116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442616"/>
                  </a:ext>
                </a:extLst>
              </a:tr>
              <a:tr h="488867">
                <a:tc>
                  <a:txBody>
                    <a:bodyPr/>
                    <a:lstStyle/>
                    <a:p>
                      <a:pPr algn="ctr">
                        <a:buNone/>
                      </a:pPr>
                      <a:r>
                        <a:rPr lang="en-IN" sz="1600"/>
                        <a:t>O0117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723639"/>
                  </a:ext>
                </a:extLst>
              </a:tr>
              <a:tr h="488867">
                <a:tc>
                  <a:txBody>
                    <a:bodyPr/>
                    <a:lstStyle/>
                    <a:p>
                      <a:pPr algn="ctr">
                        <a:buNone/>
                      </a:pPr>
                      <a:r>
                        <a:rPr lang="en-IN" sz="1600"/>
                        <a:t>O0118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3523893"/>
                  </a:ext>
                </a:extLst>
              </a:tr>
              <a:tr h="488867">
                <a:tc>
                  <a:txBody>
                    <a:bodyPr/>
                    <a:lstStyle/>
                    <a:p>
                      <a:pPr algn="ctr">
                        <a:buNone/>
                      </a:pPr>
                      <a:r>
                        <a:rPr lang="en-IN" sz="1600"/>
                        <a:t>O0119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2657654"/>
                  </a:ext>
                </a:extLst>
              </a:tr>
              <a:tr h="488867">
                <a:tc>
                  <a:txBody>
                    <a:bodyPr/>
                    <a:lstStyle/>
                    <a:p>
                      <a:pPr algn="ctr">
                        <a:buNone/>
                      </a:pPr>
                      <a:r>
                        <a:rPr lang="en-IN" sz="1600"/>
                        <a:t>O0120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020576"/>
                  </a:ext>
                </a:extLst>
              </a:tr>
              <a:tr h="488867">
                <a:tc>
                  <a:txBody>
                    <a:bodyPr/>
                    <a:lstStyle/>
                    <a:p>
                      <a:pPr algn="ctr">
                        <a:buNone/>
                      </a:pPr>
                      <a:r>
                        <a:rPr lang="en-IN" sz="1600"/>
                        <a:t>O0121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9645671"/>
                  </a:ext>
                </a:extLst>
              </a:tr>
              <a:tr h="488867">
                <a:tc>
                  <a:txBody>
                    <a:bodyPr/>
                    <a:lstStyle/>
                    <a:p>
                      <a:pPr algn="ctr">
                        <a:buNone/>
                      </a:pPr>
                      <a:r>
                        <a:rPr lang="en-IN" sz="1600"/>
                        <a:t>O0122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542995"/>
                  </a:ext>
                </a:extLst>
              </a:tr>
              <a:tr h="488867">
                <a:tc>
                  <a:txBody>
                    <a:bodyPr/>
                    <a:lstStyle/>
                    <a:p>
                      <a:pPr algn="ctr">
                        <a:buNone/>
                      </a:pPr>
                      <a:r>
                        <a:rPr lang="en-IN" sz="1600"/>
                        <a:t>O0123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3987182"/>
                  </a:ext>
                </a:extLst>
              </a:tr>
              <a:tr h="488867">
                <a:tc>
                  <a:txBody>
                    <a:bodyPr/>
                    <a:lstStyle/>
                    <a:p>
                      <a:pPr algn="ctr">
                        <a:buNone/>
                      </a:pPr>
                      <a:r>
                        <a:rPr lang="en-IN" sz="1600"/>
                        <a:t>O0124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484359"/>
                  </a:ext>
                </a:extLst>
              </a:tr>
              <a:tr h="488867">
                <a:tc>
                  <a:txBody>
                    <a:bodyPr/>
                    <a:lstStyle/>
                    <a:p>
                      <a:pPr algn="ctr">
                        <a:buNone/>
                      </a:pPr>
                      <a:r>
                        <a:rPr lang="en-IN" sz="1600"/>
                        <a:t>O0125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3622627"/>
                  </a:ext>
                </a:extLst>
              </a:tr>
              <a:tr h="488867">
                <a:tc>
                  <a:txBody>
                    <a:bodyPr/>
                    <a:lstStyle/>
                    <a:p>
                      <a:pPr algn="ctr">
                        <a:buNone/>
                      </a:pPr>
                      <a:r>
                        <a:rPr lang="en-IN" sz="1600"/>
                        <a:t>O0126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0409558"/>
                  </a:ext>
                </a:extLst>
              </a:tr>
              <a:tr h="488867">
                <a:tc>
                  <a:txBody>
                    <a:bodyPr/>
                    <a:lstStyle/>
                    <a:p>
                      <a:pPr algn="ctr">
                        <a:buNone/>
                      </a:pPr>
                      <a:r>
                        <a:rPr lang="en-IN" sz="1600"/>
                        <a:t>O0127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2809843"/>
                  </a:ext>
                </a:extLst>
              </a:tr>
              <a:tr h="488867">
                <a:tc>
                  <a:txBody>
                    <a:bodyPr/>
                    <a:lstStyle/>
                    <a:p>
                      <a:pPr algn="ctr">
                        <a:buNone/>
                      </a:pPr>
                      <a:r>
                        <a:rPr lang="en-IN" sz="1600"/>
                        <a:t>O0128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67906"/>
                  </a:ext>
                </a:extLst>
              </a:tr>
              <a:tr h="488867">
                <a:tc>
                  <a:txBody>
                    <a:bodyPr/>
                    <a:lstStyle/>
                    <a:p>
                      <a:pPr algn="ctr">
                        <a:buNone/>
                      </a:pPr>
                      <a:r>
                        <a:rPr lang="en-IN" sz="1600"/>
                        <a:t>O0129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188182"/>
                  </a:ext>
                </a:extLst>
              </a:tr>
              <a:tr h="488867">
                <a:tc>
                  <a:txBody>
                    <a:bodyPr/>
                    <a:lstStyle/>
                    <a:p>
                      <a:pPr algn="ctr">
                        <a:buNone/>
                      </a:pPr>
                      <a:r>
                        <a:rPr lang="en-IN" sz="1600"/>
                        <a:t>O0130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430966"/>
                  </a:ext>
                </a:extLst>
              </a:tr>
              <a:tr h="488867">
                <a:tc>
                  <a:txBody>
                    <a:bodyPr/>
                    <a:lstStyle/>
                    <a:p>
                      <a:pPr algn="ctr">
                        <a:buNone/>
                      </a:pPr>
                      <a:r>
                        <a:rPr lang="en-IN" sz="1600"/>
                        <a:t>O0131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709868"/>
                  </a:ext>
                </a:extLst>
              </a:tr>
              <a:tr h="488867">
                <a:tc>
                  <a:txBody>
                    <a:bodyPr/>
                    <a:lstStyle/>
                    <a:p>
                      <a:pPr algn="ctr">
                        <a:buNone/>
                      </a:pPr>
                      <a:r>
                        <a:rPr lang="en-IN" sz="1600"/>
                        <a:t>O0132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638691"/>
                  </a:ext>
                </a:extLst>
              </a:tr>
              <a:tr h="488867">
                <a:tc>
                  <a:txBody>
                    <a:bodyPr/>
                    <a:lstStyle/>
                    <a:p>
                      <a:pPr algn="ctr">
                        <a:buNone/>
                      </a:pPr>
                      <a:r>
                        <a:rPr lang="en-IN" sz="1600"/>
                        <a:t>O0133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3378919"/>
                  </a:ext>
                </a:extLst>
              </a:tr>
              <a:tr h="488867">
                <a:tc>
                  <a:txBody>
                    <a:bodyPr/>
                    <a:lstStyle/>
                    <a:p>
                      <a:pPr algn="ctr">
                        <a:buNone/>
                      </a:pPr>
                      <a:r>
                        <a:rPr lang="en-IN" sz="1600" dirty="0"/>
                        <a:t>O0134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5879205"/>
                  </a:ext>
                </a:extLst>
              </a:tr>
              <a:tr h="488867">
                <a:tc>
                  <a:txBody>
                    <a:bodyPr/>
                    <a:lstStyle/>
                    <a:p>
                      <a:pPr algn="ctr">
                        <a:buNone/>
                      </a:pPr>
                      <a:r>
                        <a:rPr lang="en-IN" sz="1600"/>
                        <a:t>O0135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0139491"/>
                  </a:ext>
                </a:extLst>
              </a:tr>
              <a:tr h="488867">
                <a:tc>
                  <a:txBody>
                    <a:bodyPr/>
                    <a:lstStyle/>
                    <a:p>
                      <a:pPr algn="ctr">
                        <a:buNone/>
                      </a:pPr>
                      <a:r>
                        <a:rPr lang="en-IN" sz="1600"/>
                        <a:t>O0136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5247232"/>
                  </a:ext>
                </a:extLst>
              </a:tr>
              <a:tr h="488867">
                <a:tc>
                  <a:txBody>
                    <a:bodyPr/>
                    <a:lstStyle/>
                    <a:p>
                      <a:pPr algn="ctr">
                        <a:buNone/>
                      </a:pPr>
                      <a:r>
                        <a:rPr lang="en-IN" sz="1600"/>
                        <a:t>O0137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924670"/>
                  </a:ext>
                </a:extLst>
              </a:tr>
              <a:tr h="488867">
                <a:tc>
                  <a:txBody>
                    <a:bodyPr/>
                    <a:lstStyle/>
                    <a:p>
                      <a:pPr algn="ctr">
                        <a:buNone/>
                      </a:pPr>
                      <a:r>
                        <a:rPr lang="en-IN" sz="1600"/>
                        <a:t>O0138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414249"/>
                  </a:ext>
                </a:extLst>
              </a:tr>
              <a:tr h="488867">
                <a:tc>
                  <a:txBody>
                    <a:bodyPr/>
                    <a:lstStyle/>
                    <a:p>
                      <a:pPr algn="ctr">
                        <a:buNone/>
                      </a:pPr>
                      <a:r>
                        <a:rPr lang="en-IN" sz="1600"/>
                        <a:t>O0139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4184195"/>
                  </a:ext>
                </a:extLst>
              </a:tr>
              <a:tr h="488867">
                <a:tc>
                  <a:txBody>
                    <a:bodyPr/>
                    <a:lstStyle/>
                    <a:p>
                      <a:pPr algn="ctr">
                        <a:buNone/>
                      </a:pPr>
                      <a:r>
                        <a:rPr lang="en-IN" sz="1600"/>
                        <a:t>O0140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6702827"/>
                  </a:ext>
                </a:extLst>
              </a:tr>
              <a:tr h="488867">
                <a:tc>
                  <a:txBody>
                    <a:bodyPr/>
                    <a:lstStyle/>
                    <a:p>
                      <a:pPr algn="ctr">
                        <a:buNone/>
                      </a:pPr>
                      <a:r>
                        <a:rPr lang="en-IN" sz="1600"/>
                        <a:t>O0141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6595132"/>
                  </a:ext>
                </a:extLst>
              </a:tr>
              <a:tr h="488867">
                <a:tc>
                  <a:txBody>
                    <a:bodyPr/>
                    <a:lstStyle/>
                    <a:p>
                      <a:pPr algn="ctr">
                        <a:buNone/>
                      </a:pPr>
                      <a:r>
                        <a:rPr lang="en-IN" sz="1600"/>
                        <a:t>O0142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0380150"/>
                  </a:ext>
                </a:extLst>
              </a:tr>
              <a:tr h="488867">
                <a:tc>
                  <a:txBody>
                    <a:bodyPr/>
                    <a:lstStyle/>
                    <a:p>
                      <a:pPr algn="ctr">
                        <a:buNone/>
                      </a:pPr>
                      <a:r>
                        <a:rPr lang="en-IN" sz="1600"/>
                        <a:t>O0143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0134499"/>
                  </a:ext>
                </a:extLst>
              </a:tr>
              <a:tr h="488867">
                <a:tc>
                  <a:txBody>
                    <a:bodyPr/>
                    <a:lstStyle/>
                    <a:p>
                      <a:pPr algn="ctr">
                        <a:buNone/>
                      </a:pPr>
                      <a:r>
                        <a:rPr lang="en-IN" sz="1600"/>
                        <a:t>O0144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5609126"/>
                  </a:ext>
                </a:extLst>
              </a:tr>
              <a:tr h="488867">
                <a:tc>
                  <a:txBody>
                    <a:bodyPr/>
                    <a:lstStyle/>
                    <a:p>
                      <a:pPr algn="ctr">
                        <a:buNone/>
                      </a:pPr>
                      <a:r>
                        <a:rPr lang="en-IN" sz="1600"/>
                        <a:t>O0145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5004860"/>
                  </a:ext>
                </a:extLst>
              </a:tr>
              <a:tr h="488867">
                <a:tc>
                  <a:txBody>
                    <a:bodyPr/>
                    <a:lstStyle/>
                    <a:p>
                      <a:pPr algn="ctr">
                        <a:buNone/>
                      </a:pPr>
                      <a:r>
                        <a:rPr lang="en-IN" sz="1600"/>
                        <a:t>O0146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0258567"/>
                  </a:ext>
                </a:extLst>
              </a:tr>
              <a:tr h="488867">
                <a:tc>
                  <a:txBody>
                    <a:bodyPr/>
                    <a:lstStyle/>
                    <a:p>
                      <a:pPr algn="ctr">
                        <a:buNone/>
                      </a:pPr>
                      <a:r>
                        <a:rPr lang="en-IN" sz="1600"/>
                        <a:t>O0147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8426378"/>
                  </a:ext>
                </a:extLst>
              </a:tr>
              <a:tr h="488867">
                <a:tc>
                  <a:txBody>
                    <a:bodyPr/>
                    <a:lstStyle/>
                    <a:p>
                      <a:pPr algn="ctr">
                        <a:buNone/>
                      </a:pPr>
                      <a:r>
                        <a:rPr lang="en-IN" sz="1600"/>
                        <a:t>O0148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255306"/>
                  </a:ext>
                </a:extLst>
              </a:tr>
              <a:tr h="488867">
                <a:tc>
                  <a:txBody>
                    <a:bodyPr/>
                    <a:lstStyle/>
                    <a:p>
                      <a:pPr algn="ctr">
                        <a:buNone/>
                      </a:pPr>
                      <a:r>
                        <a:rPr lang="en-IN" sz="1600"/>
                        <a:t>O0149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040927"/>
                  </a:ext>
                </a:extLst>
              </a:tr>
              <a:tr h="488867">
                <a:tc>
                  <a:txBody>
                    <a:bodyPr/>
                    <a:lstStyle/>
                    <a:p>
                      <a:pPr algn="ctr">
                        <a:buNone/>
                      </a:pPr>
                      <a:r>
                        <a:rPr lang="en-IN" sz="1600"/>
                        <a:t>O0150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241547"/>
                  </a:ext>
                </a:extLst>
              </a:tr>
              <a:tr h="488867">
                <a:tc>
                  <a:txBody>
                    <a:bodyPr/>
                    <a:lstStyle/>
                    <a:p>
                      <a:pPr algn="ctr">
                        <a:buNone/>
                      </a:pPr>
                      <a:r>
                        <a:rPr lang="en-IN" sz="1600"/>
                        <a:t>O0151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7629221"/>
                  </a:ext>
                </a:extLst>
              </a:tr>
              <a:tr h="488867">
                <a:tc>
                  <a:txBody>
                    <a:bodyPr/>
                    <a:lstStyle/>
                    <a:p>
                      <a:pPr algn="ctr">
                        <a:buNone/>
                      </a:pPr>
                      <a:r>
                        <a:rPr lang="en-IN" sz="1600"/>
                        <a:t>O0152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0145507"/>
                  </a:ext>
                </a:extLst>
              </a:tr>
              <a:tr h="488867">
                <a:tc>
                  <a:txBody>
                    <a:bodyPr/>
                    <a:lstStyle/>
                    <a:p>
                      <a:pPr algn="ctr">
                        <a:buNone/>
                      </a:pPr>
                      <a:r>
                        <a:rPr lang="en-IN" sz="1600"/>
                        <a:t>O0153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7690988"/>
                  </a:ext>
                </a:extLst>
              </a:tr>
              <a:tr h="488867">
                <a:tc>
                  <a:txBody>
                    <a:bodyPr/>
                    <a:lstStyle/>
                    <a:p>
                      <a:pPr algn="ctr">
                        <a:buNone/>
                      </a:pPr>
                      <a:r>
                        <a:rPr lang="en-IN" sz="1600"/>
                        <a:t>O0154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9334644"/>
                  </a:ext>
                </a:extLst>
              </a:tr>
              <a:tr h="488867">
                <a:tc>
                  <a:txBody>
                    <a:bodyPr/>
                    <a:lstStyle/>
                    <a:p>
                      <a:pPr algn="ctr">
                        <a:buNone/>
                      </a:pPr>
                      <a:r>
                        <a:rPr lang="en-IN" sz="1600"/>
                        <a:t>O0155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063883"/>
                  </a:ext>
                </a:extLst>
              </a:tr>
              <a:tr h="488867">
                <a:tc>
                  <a:txBody>
                    <a:bodyPr/>
                    <a:lstStyle/>
                    <a:p>
                      <a:pPr algn="ctr">
                        <a:buNone/>
                      </a:pPr>
                      <a:r>
                        <a:rPr lang="en-IN" sz="1600"/>
                        <a:t>O0156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7903039"/>
                  </a:ext>
                </a:extLst>
              </a:tr>
              <a:tr h="488867">
                <a:tc>
                  <a:txBody>
                    <a:bodyPr/>
                    <a:lstStyle/>
                    <a:p>
                      <a:pPr algn="ctr">
                        <a:buNone/>
                      </a:pPr>
                      <a:r>
                        <a:rPr lang="en-IN" sz="1600"/>
                        <a:t>O0157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2920837"/>
                  </a:ext>
                </a:extLst>
              </a:tr>
              <a:tr h="488867">
                <a:tc>
                  <a:txBody>
                    <a:bodyPr/>
                    <a:lstStyle/>
                    <a:p>
                      <a:pPr algn="ctr">
                        <a:buNone/>
                      </a:pPr>
                      <a:r>
                        <a:rPr lang="en-IN" sz="1600"/>
                        <a:t>O0158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7321715"/>
                  </a:ext>
                </a:extLst>
              </a:tr>
              <a:tr h="488867">
                <a:tc>
                  <a:txBody>
                    <a:bodyPr/>
                    <a:lstStyle/>
                    <a:p>
                      <a:pPr algn="ctr">
                        <a:buNone/>
                      </a:pPr>
                      <a:r>
                        <a:rPr lang="en-IN" sz="1600"/>
                        <a:t>O0159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2511673"/>
                  </a:ext>
                </a:extLst>
              </a:tr>
              <a:tr h="488867">
                <a:tc>
                  <a:txBody>
                    <a:bodyPr/>
                    <a:lstStyle/>
                    <a:p>
                      <a:pPr algn="ctr">
                        <a:buNone/>
                      </a:pPr>
                      <a:r>
                        <a:rPr lang="en-IN" sz="1600"/>
                        <a:t>O0160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708158"/>
                  </a:ext>
                </a:extLst>
              </a:tr>
              <a:tr h="488867">
                <a:tc>
                  <a:txBody>
                    <a:bodyPr/>
                    <a:lstStyle/>
                    <a:p>
                      <a:pPr algn="ctr">
                        <a:buNone/>
                      </a:pPr>
                      <a:r>
                        <a:rPr lang="en-IN" sz="1600"/>
                        <a:t>O0161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00120"/>
                  </a:ext>
                </a:extLst>
              </a:tr>
              <a:tr h="488867">
                <a:tc>
                  <a:txBody>
                    <a:bodyPr/>
                    <a:lstStyle/>
                    <a:p>
                      <a:pPr algn="ctr">
                        <a:buNone/>
                      </a:pPr>
                      <a:r>
                        <a:rPr lang="en-IN" sz="1600"/>
                        <a:t>O0162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080553"/>
                  </a:ext>
                </a:extLst>
              </a:tr>
              <a:tr h="488867">
                <a:tc>
                  <a:txBody>
                    <a:bodyPr/>
                    <a:lstStyle/>
                    <a:p>
                      <a:pPr algn="ctr">
                        <a:buNone/>
                      </a:pPr>
                      <a:r>
                        <a:rPr lang="en-IN" sz="1600"/>
                        <a:t>O0163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39256"/>
                  </a:ext>
                </a:extLst>
              </a:tr>
              <a:tr h="488867">
                <a:tc>
                  <a:txBody>
                    <a:bodyPr/>
                    <a:lstStyle/>
                    <a:p>
                      <a:pPr algn="ctr">
                        <a:buNone/>
                      </a:pPr>
                      <a:r>
                        <a:rPr lang="en-IN" sz="1600"/>
                        <a:t>O0164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3760443"/>
                  </a:ext>
                </a:extLst>
              </a:tr>
              <a:tr h="488867">
                <a:tc>
                  <a:txBody>
                    <a:bodyPr/>
                    <a:lstStyle/>
                    <a:p>
                      <a:pPr algn="ctr">
                        <a:buNone/>
                      </a:pPr>
                      <a:r>
                        <a:rPr lang="en-IN" sz="1600"/>
                        <a:t>O0165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9167325"/>
                  </a:ext>
                </a:extLst>
              </a:tr>
              <a:tr h="488867">
                <a:tc>
                  <a:txBody>
                    <a:bodyPr/>
                    <a:lstStyle/>
                    <a:p>
                      <a:pPr algn="ctr">
                        <a:buNone/>
                      </a:pPr>
                      <a:r>
                        <a:rPr lang="en-IN" sz="1600"/>
                        <a:t>O0166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8095686"/>
                  </a:ext>
                </a:extLst>
              </a:tr>
              <a:tr h="488867">
                <a:tc>
                  <a:txBody>
                    <a:bodyPr/>
                    <a:lstStyle/>
                    <a:p>
                      <a:pPr algn="ctr">
                        <a:buNone/>
                      </a:pPr>
                      <a:r>
                        <a:rPr lang="en-IN" sz="1600"/>
                        <a:t>O0167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1741666"/>
                  </a:ext>
                </a:extLst>
              </a:tr>
              <a:tr h="488867">
                <a:tc>
                  <a:txBody>
                    <a:bodyPr/>
                    <a:lstStyle/>
                    <a:p>
                      <a:pPr algn="ctr">
                        <a:buNone/>
                      </a:pPr>
                      <a:r>
                        <a:rPr lang="en-IN" sz="1600"/>
                        <a:t>O0168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5041919"/>
                  </a:ext>
                </a:extLst>
              </a:tr>
              <a:tr h="488867">
                <a:tc>
                  <a:txBody>
                    <a:bodyPr/>
                    <a:lstStyle/>
                    <a:p>
                      <a:pPr algn="ctr">
                        <a:buNone/>
                      </a:pPr>
                      <a:r>
                        <a:rPr lang="en-IN" sz="1600"/>
                        <a:t>O0169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9584912"/>
                  </a:ext>
                </a:extLst>
              </a:tr>
              <a:tr h="488867">
                <a:tc>
                  <a:txBody>
                    <a:bodyPr/>
                    <a:lstStyle/>
                    <a:p>
                      <a:pPr algn="ctr">
                        <a:buNone/>
                      </a:pPr>
                      <a:r>
                        <a:rPr lang="en-IN" sz="1600"/>
                        <a:t>O0170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4624283"/>
                  </a:ext>
                </a:extLst>
              </a:tr>
              <a:tr h="488867">
                <a:tc>
                  <a:txBody>
                    <a:bodyPr/>
                    <a:lstStyle/>
                    <a:p>
                      <a:pPr algn="ctr">
                        <a:buNone/>
                      </a:pPr>
                      <a:r>
                        <a:rPr lang="en-IN" sz="1600"/>
                        <a:t>O0171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5347222"/>
                  </a:ext>
                </a:extLst>
              </a:tr>
              <a:tr h="488867">
                <a:tc>
                  <a:txBody>
                    <a:bodyPr/>
                    <a:lstStyle/>
                    <a:p>
                      <a:pPr algn="ctr">
                        <a:buNone/>
                      </a:pPr>
                      <a:r>
                        <a:rPr lang="en-IN" sz="1600"/>
                        <a:t>O0172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603912"/>
                  </a:ext>
                </a:extLst>
              </a:tr>
              <a:tr h="488867">
                <a:tc>
                  <a:txBody>
                    <a:bodyPr/>
                    <a:lstStyle/>
                    <a:p>
                      <a:pPr algn="ctr">
                        <a:buNone/>
                      </a:pPr>
                      <a:r>
                        <a:rPr lang="en-IN" sz="1600"/>
                        <a:t>O0173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2329174"/>
                  </a:ext>
                </a:extLst>
              </a:tr>
              <a:tr h="488867">
                <a:tc>
                  <a:txBody>
                    <a:bodyPr/>
                    <a:lstStyle/>
                    <a:p>
                      <a:pPr algn="ctr">
                        <a:buNone/>
                      </a:pPr>
                      <a:r>
                        <a:rPr lang="en-IN" sz="1600"/>
                        <a:t>O0174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214282"/>
                  </a:ext>
                </a:extLst>
              </a:tr>
              <a:tr h="488867">
                <a:tc>
                  <a:txBody>
                    <a:bodyPr/>
                    <a:lstStyle/>
                    <a:p>
                      <a:pPr algn="ctr">
                        <a:buNone/>
                      </a:pPr>
                      <a:r>
                        <a:rPr lang="en-IN" sz="1600"/>
                        <a:t>O0175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0882675"/>
                  </a:ext>
                </a:extLst>
              </a:tr>
              <a:tr h="488867">
                <a:tc>
                  <a:txBody>
                    <a:bodyPr/>
                    <a:lstStyle/>
                    <a:p>
                      <a:pPr algn="ctr">
                        <a:buNone/>
                      </a:pPr>
                      <a:r>
                        <a:rPr lang="en-IN" sz="1600"/>
                        <a:t>O0176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1855279"/>
                  </a:ext>
                </a:extLst>
              </a:tr>
              <a:tr h="488867">
                <a:tc>
                  <a:txBody>
                    <a:bodyPr/>
                    <a:lstStyle/>
                    <a:p>
                      <a:pPr algn="ctr">
                        <a:buNone/>
                      </a:pPr>
                      <a:r>
                        <a:rPr lang="en-IN" sz="1600"/>
                        <a:t>O0177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5283797"/>
                  </a:ext>
                </a:extLst>
              </a:tr>
              <a:tr h="488867">
                <a:tc>
                  <a:txBody>
                    <a:bodyPr/>
                    <a:lstStyle/>
                    <a:p>
                      <a:pPr algn="ctr">
                        <a:buNone/>
                      </a:pPr>
                      <a:r>
                        <a:rPr lang="en-IN" sz="1600"/>
                        <a:t>O0178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7883292"/>
                  </a:ext>
                </a:extLst>
              </a:tr>
              <a:tr h="488867">
                <a:tc>
                  <a:txBody>
                    <a:bodyPr/>
                    <a:lstStyle/>
                    <a:p>
                      <a:pPr algn="ctr">
                        <a:buNone/>
                      </a:pPr>
                      <a:r>
                        <a:rPr lang="en-IN" sz="1600"/>
                        <a:t>O0179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056957"/>
                  </a:ext>
                </a:extLst>
              </a:tr>
              <a:tr h="488867">
                <a:tc>
                  <a:txBody>
                    <a:bodyPr/>
                    <a:lstStyle/>
                    <a:p>
                      <a:pPr algn="ctr">
                        <a:buNone/>
                      </a:pPr>
                      <a:r>
                        <a:rPr lang="en-IN" sz="1600"/>
                        <a:t>O0180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4485270"/>
                  </a:ext>
                </a:extLst>
              </a:tr>
              <a:tr h="488867">
                <a:tc>
                  <a:txBody>
                    <a:bodyPr/>
                    <a:lstStyle/>
                    <a:p>
                      <a:pPr algn="ctr">
                        <a:buNone/>
                      </a:pPr>
                      <a:r>
                        <a:rPr lang="en-IN" sz="1600"/>
                        <a:t>O0181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743756"/>
                  </a:ext>
                </a:extLst>
              </a:tr>
              <a:tr h="488867">
                <a:tc>
                  <a:txBody>
                    <a:bodyPr/>
                    <a:lstStyle/>
                    <a:p>
                      <a:pPr algn="ctr">
                        <a:buNone/>
                      </a:pPr>
                      <a:r>
                        <a:rPr lang="en-IN" sz="1600"/>
                        <a:t>O0182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453944"/>
                  </a:ext>
                </a:extLst>
              </a:tr>
              <a:tr h="488867">
                <a:tc>
                  <a:txBody>
                    <a:bodyPr/>
                    <a:lstStyle/>
                    <a:p>
                      <a:pPr algn="ctr">
                        <a:buNone/>
                      </a:pPr>
                      <a:r>
                        <a:rPr lang="en-IN" sz="1600"/>
                        <a:t>O0183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650848"/>
                  </a:ext>
                </a:extLst>
              </a:tr>
              <a:tr h="488867">
                <a:tc>
                  <a:txBody>
                    <a:bodyPr/>
                    <a:lstStyle/>
                    <a:p>
                      <a:pPr algn="ctr">
                        <a:buNone/>
                      </a:pPr>
                      <a:r>
                        <a:rPr lang="en-IN" sz="1600"/>
                        <a:t>O0184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9140039"/>
                  </a:ext>
                </a:extLst>
              </a:tr>
              <a:tr h="488867">
                <a:tc>
                  <a:txBody>
                    <a:bodyPr/>
                    <a:lstStyle/>
                    <a:p>
                      <a:pPr algn="ctr">
                        <a:buNone/>
                      </a:pPr>
                      <a:r>
                        <a:rPr lang="en-IN" sz="1600"/>
                        <a:t>O0185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8358002"/>
                  </a:ext>
                </a:extLst>
              </a:tr>
              <a:tr h="488867">
                <a:tc>
                  <a:txBody>
                    <a:bodyPr/>
                    <a:lstStyle/>
                    <a:p>
                      <a:pPr algn="ctr">
                        <a:buNone/>
                      </a:pPr>
                      <a:r>
                        <a:rPr lang="en-IN" sz="1600"/>
                        <a:t>O0186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5036024"/>
                  </a:ext>
                </a:extLst>
              </a:tr>
              <a:tr h="488867">
                <a:tc>
                  <a:txBody>
                    <a:bodyPr/>
                    <a:lstStyle/>
                    <a:p>
                      <a:pPr algn="ctr">
                        <a:buNone/>
                      </a:pPr>
                      <a:r>
                        <a:rPr lang="en-IN" sz="1600"/>
                        <a:t>O0187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361865"/>
                  </a:ext>
                </a:extLst>
              </a:tr>
              <a:tr h="488867">
                <a:tc>
                  <a:txBody>
                    <a:bodyPr/>
                    <a:lstStyle/>
                    <a:p>
                      <a:pPr algn="ctr">
                        <a:buNone/>
                      </a:pPr>
                      <a:r>
                        <a:rPr lang="en-IN" sz="1600"/>
                        <a:t>O0188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161108"/>
                  </a:ext>
                </a:extLst>
              </a:tr>
              <a:tr h="488867">
                <a:tc>
                  <a:txBody>
                    <a:bodyPr/>
                    <a:lstStyle/>
                    <a:p>
                      <a:pPr algn="ctr">
                        <a:buNone/>
                      </a:pPr>
                      <a:r>
                        <a:rPr lang="en-IN" sz="1600"/>
                        <a:t>O0189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6843349"/>
                  </a:ext>
                </a:extLst>
              </a:tr>
              <a:tr h="488867">
                <a:tc>
                  <a:txBody>
                    <a:bodyPr/>
                    <a:lstStyle/>
                    <a:p>
                      <a:pPr algn="ctr">
                        <a:buNone/>
                      </a:pPr>
                      <a:r>
                        <a:rPr lang="en-IN" sz="1600"/>
                        <a:t>O0190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5415953"/>
                  </a:ext>
                </a:extLst>
              </a:tr>
              <a:tr h="488867">
                <a:tc>
                  <a:txBody>
                    <a:bodyPr/>
                    <a:lstStyle/>
                    <a:p>
                      <a:pPr algn="ctr">
                        <a:buNone/>
                      </a:pPr>
                      <a:r>
                        <a:rPr lang="en-IN" sz="1600"/>
                        <a:t>O0191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1687169"/>
                  </a:ext>
                </a:extLst>
              </a:tr>
              <a:tr h="488867">
                <a:tc>
                  <a:txBody>
                    <a:bodyPr/>
                    <a:lstStyle/>
                    <a:p>
                      <a:pPr algn="ctr">
                        <a:buNone/>
                      </a:pPr>
                      <a:r>
                        <a:rPr lang="en-IN" sz="1600"/>
                        <a:t>O0192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492949"/>
                  </a:ext>
                </a:extLst>
              </a:tr>
              <a:tr h="488867">
                <a:tc>
                  <a:txBody>
                    <a:bodyPr/>
                    <a:lstStyle/>
                    <a:p>
                      <a:pPr algn="ctr">
                        <a:buNone/>
                      </a:pPr>
                      <a:r>
                        <a:rPr lang="en-IN" sz="1600"/>
                        <a:t>O0193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7563982"/>
                  </a:ext>
                </a:extLst>
              </a:tr>
              <a:tr h="488867">
                <a:tc>
                  <a:txBody>
                    <a:bodyPr/>
                    <a:lstStyle/>
                    <a:p>
                      <a:pPr algn="ctr">
                        <a:buNone/>
                      </a:pPr>
                      <a:r>
                        <a:rPr lang="en-IN" sz="1600"/>
                        <a:t>O0194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714299"/>
                  </a:ext>
                </a:extLst>
              </a:tr>
              <a:tr h="488867">
                <a:tc>
                  <a:txBody>
                    <a:bodyPr/>
                    <a:lstStyle/>
                    <a:p>
                      <a:pPr algn="ctr">
                        <a:buNone/>
                      </a:pPr>
                      <a:r>
                        <a:rPr lang="en-IN" sz="1600"/>
                        <a:t>O0195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066400"/>
                  </a:ext>
                </a:extLst>
              </a:tr>
              <a:tr h="488867">
                <a:tc>
                  <a:txBody>
                    <a:bodyPr/>
                    <a:lstStyle/>
                    <a:p>
                      <a:pPr algn="ctr">
                        <a:buNone/>
                      </a:pPr>
                      <a:r>
                        <a:rPr lang="en-IN" sz="1600"/>
                        <a:t>O0196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3271943"/>
                  </a:ext>
                </a:extLst>
              </a:tr>
              <a:tr h="488867">
                <a:tc>
                  <a:txBody>
                    <a:bodyPr/>
                    <a:lstStyle/>
                    <a:p>
                      <a:pPr algn="ctr">
                        <a:buNone/>
                      </a:pPr>
                      <a:r>
                        <a:rPr lang="en-IN" sz="1600"/>
                        <a:t>O0197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3984318"/>
                  </a:ext>
                </a:extLst>
              </a:tr>
              <a:tr h="488867">
                <a:tc>
                  <a:txBody>
                    <a:bodyPr/>
                    <a:lstStyle/>
                    <a:p>
                      <a:pPr algn="ctr">
                        <a:buNone/>
                      </a:pPr>
                      <a:r>
                        <a:rPr lang="en-IN" sz="1600"/>
                        <a:t>O0198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039576"/>
                  </a:ext>
                </a:extLst>
              </a:tr>
              <a:tr h="488867">
                <a:tc>
                  <a:txBody>
                    <a:bodyPr/>
                    <a:lstStyle/>
                    <a:p>
                      <a:pPr algn="ctr">
                        <a:buNone/>
                      </a:pPr>
                      <a:r>
                        <a:rPr lang="en-IN" sz="1600"/>
                        <a:t>O0199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079869"/>
                  </a:ext>
                </a:extLst>
              </a:tr>
              <a:tr h="488867">
                <a:tc>
                  <a:txBody>
                    <a:bodyPr/>
                    <a:lstStyle/>
                    <a:p>
                      <a:pPr algn="ctr">
                        <a:buNone/>
                      </a:pPr>
                      <a:r>
                        <a:rPr lang="en-IN" sz="1600"/>
                        <a:t>O0200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438637"/>
                  </a:ext>
                </a:extLst>
              </a:tr>
              <a:tr h="488867">
                <a:tc>
                  <a:txBody>
                    <a:bodyPr/>
                    <a:lstStyle/>
                    <a:p>
                      <a:pPr algn="ctr">
                        <a:buNone/>
                      </a:pPr>
                      <a:r>
                        <a:rPr lang="en-IN" sz="1600"/>
                        <a:t>O0201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4724001"/>
                  </a:ext>
                </a:extLst>
              </a:tr>
              <a:tr h="488867">
                <a:tc>
                  <a:txBody>
                    <a:bodyPr/>
                    <a:lstStyle/>
                    <a:p>
                      <a:pPr algn="ctr">
                        <a:buNone/>
                      </a:pPr>
                      <a:r>
                        <a:rPr lang="en-IN" sz="1600"/>
                        <a:t>O0202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2968700"/>
                  </a:ext>
                </a:extLst>
              </a:tr>
              <a:tr h="488867">
                <a:tc>
                  <a:txBody>
                    <a:bodyPr/>
                    <a:lstStyle/>
                    <a:p>
                      <a:pPr algn="ctr">
                        <a:buNone/>
                      </a:pPr>
                      <a:r>
                        <a:rPr lang="en-IN" sz="1600"/>
                        <a:t>O0203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206705"/>
                  </a:ext>
                </a:extLst>
              </a:tr>
              <a:tr h="488867">
                <a:tc>
                  <a:txBody>
                    <a:bodyPr/>
                    <a:lstStyle/>
                    <a:p>
                      <a:pPr algn="ctr">
                        <a:buNone/>
                      </a:pPr>
                      <a:r>
                        <a:rPr lang="en-IN" sz="1600"/>
                        <a:t>O0204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4575540"/>
                  </a:ext>
                </a:extLst>
              </a:tr>
              <a:tr h="488867">
                <a:tc>
                  <a:txBody>
                    <a:bodyPr/>
                    <a:lstStyle/>
                    <a:p>
                      <a:pPr algn="ctr">
                        <a:buNone/>
                      </a:pPr>
                      <a:r>
                        <a:rPr lang="en-IN" sz="1600"/>
                        <a:t>O0205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7102816"/>
                  </a:ext>
                </a:extLst>
              </a:tr>
              <a:tr h="488867">
                <a:tc>
                  <a:txBody>
                    <a:bodyPr/>
                    <a:lstStyle/>
                    <a:p>
                      <a:pPr algn="ctr">
                        <a:buNone/>
                      </a:pPr>
                      <a:r>
                        <a:rPr lang="en-IN" sz="1600"/>
                        <a:t>O0206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4567890"/>
                  </a:ext>
                </a:extLst>
              </a:tr>
              <a:tr h="488867">
                <a:tc>
                  <a:txBody>
                    <a:bodyPr/>
                    <a:lstStyle/>
                    <a:p>
                      <a:pPr algn="ctr">
                        <a:buNone/>
                      </a:pPr>
                      <a:r>
                        <a:rPr lang="en-IN" sz="1600"/>
                        <a:t>O0207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886627"/>
                  </a:ext>
                </a:extLst>
              </a:tr>
              <a:tr h="488867">
                <a:tc>
                  <a:txBody>
                    <a:bodyPr/>
                    <a:lstStyle/>
                    <a:p>
                      <a:pPr algn="ctr">
                        <a:buNone/>
                      </a:pPr>
                      <a:r>
                        <a:rPr lang="en-IN" sz="1600"/>
                        <a:t>O0208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716930"/>
                  </a:ext>
                </a:extLst>
              </a:tr>
              <a:tr h="488867">
                <a:tc>
                  <a:txBody>
                    <a:bodyPr/>
                    <a:lstStyle/>
                    <a:p>
                      <a:pPr algn="ctr">
                        <a:buNone/>
                      </a:pPr>
                      <a:r>
                        <a:rPr lang="en-IN" sz="1600"/>
                        <a:t>O0209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713998"/>
                  </a:ext>
                </a:extLst>
              </a:tr>
              <a:tr h="488867">
                <a:tc>
                  <a:txBody>
                    <a:bodyPr/>
                    <a:lstStyle/>
                    <a:p>
                      <a:pPr algn="ctr">
                        <a:buNone/>
                      </a:pPr>
                      <a:r>
                        <a:rPr lang="en-IN" sz="1600"/>
                        <a:t>O0210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717463"/>
                  </a:ext>
                </a:extLst>
              </a:tr>
              <a:tr h="488867">
                <a:tc>
                  <a:txBody>
                    <a:bodyPr/>
                    <a:lstStyle/>
                    <a:p>
                      <a:pPr algn="ctr">
                        <a:buNone/>
                      </a:pPr>
                      <a:r>
                        <a:rPr lang="en-IN" sz="1600"/>
                        <a:t>O0211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9610053"/>
                  </a:ext>
                </a:extLst>
              </a:tr>
              <a:tr h="488867">
                <a:tc>
                  <a:txBody>
                    <a:bodyPr/>
                    <a:lstStyle/>
                    <a:p>
                      <a:pPr algn="ctr">
                        <a:buNone/>
                      </a:pPr>
                      <a:r>
                        <a:rPr lang="en-IN" sz="1600"/>
                        <a:t>O0212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7813834"/>
                  </a:ext>
                </a:extLst>
              </a:tr>
              <a:tr h="488867">
                <a:tc>
                  <a:txBody>
                    <a:bodyPr/>
                    <a:lstStyle/>
                    <a:p>
                      <a:pPr algn="ctr">
                        <a:buNone/>
                      </a:pPr>
                      <a:r>
                        <a:rPr lang="en-IN" sz="1600"/>
                        <a:t>O0213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766553"/>
                  </a:ext>
                </a:extLst>
              </a:tr>
              <a:tr h="488867">
                <a:tc>
                  <a:txBody>
                    <a:bodyPr/>
                    <a:lstStyle/>
                    <a:p>
                      <a:pPr algn="ctr">
                        <a:buNone/>
                      </a:pPr>
                      <a:r>
                        <a:rPr lang="en-IN" sz="1600"/>
                        <a:t>O0214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456995"/>
                  </a:ext>
                </a:extLst>
              </a:tr>
              <a:tr h="488867">
                <a:tc>
                  <a:txBody>
                    <a:bodyPr/>
                    <a:lstStyle/>
                    <a:p>
                      <a:pPr algn="ctr">
                        <a:buNone/>
                      </a:pPr>
                      <a:r>
                        <a:rPr lang="en-IN" sz="1600"/>
                        <a:t>O0215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9024675"/>
                  </a:ext>
                </a:extLst>
              </a:tr>
              <a:tr h="488867">
                <a:tc>
                  <a:txBody>
                    <a:bodyPr/>
                    <a:lstStyle/>
                    <a:p>
                      <a:pPr algn="ctr">
                        <a:buNone/>
                      </a:pPr>
                      <a:r>
                        <a:rPr lang="en-IN" sz="1600"/>
                        <a:t>O0216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6234218"/>
                  </a:ext>
                </a:extLst>
              </a:tr>
              <a:tr h="488867">
                <a:tc>
                  <a:txBody>
                    <a:bodyPr/>
                    <a:lstStyle/>
                    <a:p>
                      <a:pPr algn="ctr">
                        <a:buNone/>
                      </a:pPr>
                      <a:r>
                        <a:rPr lang="en-IN" sz="1600"/>
                        <a:t>O0217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669520"/>
                  </a:ext>
                </a:extLst>
              </a:tr>
              <a:tr h="488867">
                <a:tc>
                  <a:txBody>
                    <a:bodyPr/>
                    <a:lstStyle/>
                    <a:p>
                      <a:pPr algn="ctr">
                        <a:buNone/>
                      </a:pPr>
                      <a:r>
                        <a:rPr lang="en-IN" sz="1600"/>
                        <a:t>O0218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8264955"/>
                  </a:ext>
                </a:extLst>
              </a:tr>
              <a:tr h="488867">
                <a:tc>
                  <a:txBody>
                    <a:bodyPr/>
                    <a:lstStyle/>
                    <a:p>
                      <a:pPr algn="ctr">
                        <a:buNone/>
                      </a:pPr>
                      <a:r>
                        <a:rPr lang="en-IN" sz="1600"/>
                        <a:t>O0219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5917301"/>
                  </a:ext>
                </a:extLst>
              </a:tr>
              <a:tr h="488867">
                <a:tc>
                  <a:txBody>
                    <a:bodyPr/>
                    <a:lstStyle/>
                    <a:p>
                      <a:pPr algn="ctr">
                        <a:buNone/>
                      </a:pPr>
                      <a:r>
                        <a:rPr lang="en-IN" sz="1600"/>
                        <a:t>O0220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6453790"/>
                  </a:ext>
                </a:extLst>
              </a:tr>
              <a:tr h="488867">
                <a:tc>
                  <a:txBody>
                    <a:bodyPr/>
                    <a:lstStyle/>
                    <a:p>
                      <a:pPr algn="ctr">
                        <a:buNone/>
                      </a:pPr>
                      <a:r>
                        <a:rPr lang="en-IN" sz="1600"/>
                        <a:t>O0221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195944"/>
                  </a:ext>
                </a:extLst>
              </a:tr>
              <a:tr h="488867">
                <a:tc>
                  <a:txBody>
                    <a:bodyPr/>
                    <a:lstStyle/>
                    <a:p>
                      <a:pPr algn="ctr">
                        <a:buNone/>
                      </a:pPr>
                      <a:r>
                        <a:rPr lang="en-IN" sz="1600"/>
                        <a:t>O0222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9006929"/>
                  </a:ext>
                </a:extLst>
              </a:tr>
              <a:tr h="488867">
                <a:tc>
                  <a:txBody>
                    <a:bodyPr/>
                    <a:lstStyle/>
                    <a:p>
                      <a:pPr algn="ctr">
                        <a:buNone/>
                      </a:pPr>
                      <a:r>
                        <a:rPr lang="en-IN" sz="1600"/>
                        <a:t>O0223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270790"/>
                  </a:ext>
                </a:extLst>
              </a:tr>
              <a:tr h="488867">
                <a:tc>
                  <a:txBody>
                    <a:bodyPr/>
                    <a:lstStyle/>
                    <a:p>
                      <a:pPr algn="ctr">
                        <a:buNone/>
                      </a:pPr>
                      <a:r>
                        <a:rPr lang="en-IN" sz="1600"/>
                        <a:t>O0224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22448"/>
                  </a:ext>
                </a:extLst>
              </a:tr>
              <a:tr h="488867">
                <a:tc>
                  <a:txBody>
                    <a:bodyPr/>
                    <a:lstStyle/>
                    <a:p>
                      <a:pPr algn="ctr">
                        <a:buNone/>
                      </a:pPr>
                      <a:r>
                        <a:rPr lang="en-IN" sz="1600"/>
                        <a:t>O0225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1565716"/>
                  </a:ext>
                </a:extLst>
              </a:tr>
              <a:tr h="488867">
                <a:tc>
                  <a:txBody>
                    <a:bodyPr/>
                    <a:lstStyle/>
                    <a:p>
                      <a:pPr algn="ctr">
                        <a:buNone/>
                      </a:pPr>
                      <a:r>
                        <a:rPr lang="en-IN" sz="1600"/>
                        <a:t>O0226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4251784"/>
                  </a:ext>
                </a:extLst>
              </a:tr>
              <a:tr h="488867">
                <a:tc>
                  <a:txBody>
                    <a:bodyPr/>
                    <a:lstStyle/>
                    <a:p>
                      <a:pPr algn="ctr">
                        <a:buNone/>
                      </a:pPr>
                      <a:r>
                        <a:rPr lang="en-IN" sz="1600"/>
                        <a:t>O0227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4457141"/>
                  </a:ext>
                </a:extLst>
              </a:tr>
              <a:tr h="488867">
                <a:tc>
                  <a:txBody>
                    <a:bodyPr/>
                    <a:lstStyle/>
                    <a:p>
                      <a:pPr algn="ctr">
                        <a:buNone/>
                      </a:pPr>
                      <a:r>
                        <a:rPr lang="en-IN" sz="1600"/>
                        <a:t>O0228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1716812"/>
                  </a:ext>
                </a:extLst>
              </a:tr>
              <a:tr h="488867">
                <a:tc>
                  <a:txBody>
                    <a:bodyPr/>
                    <a:lstStyle/>
                    <a:p>
                      <a:pPr algn="ctr">
                        <a:buNone/>
                      </a:pPr>
                      <a:r>
                        <a:rPr lang="en-IN" sz="1600"/>
                        <a:t>O0229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5759459"/>
                  </a:ext>
                </a:extLst>
              </a:tr>
              <a:tr h="488867">
                <a:tc>
                  <a:txBody>
                    <a:bodyPr/>
                    <a:lstStyle/>
                    <a:p>
                      <a:pPr algn="ctr">
                        <a:buNone/>
                      </a:pPr>
                      <a:r>
                        <a:rPr lang="en-IN" sz="1600"/>
                        <a:t>O0230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184682"/>
                  </a:ext>
                </a:extLst>
              </a:tr>
              <a:tr h="488867">
                <a:tc>
                  <a:txBody>
                    <a:bodyPr/>
                    <a:lstStyle/>
                    <a:p>
                      <a:pPr algn="ctr">
                        <a:buNone/>
                      </a:pPr>
                      <a:r>
                        <a:rPr lang="en-IN" sz="1600"/>
                        <a:t>O0231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8256884"/>
                  </a:ext>
                </a:extLst>
              </a:tr>
              <a:tr h="488867">
                <a:tc>
                  <a:txBody>
                    <a:bodyPr/>
                    <a:lstStyle/>
                    <a:p>
                      <a:pPr algn="ctr">
                        <a:buNone/>
                      </a:pPr>
                      <a:r>
                        <a:rPr lang="en-IN" sz="1600"/>
                        <a:t>O0232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004368"/>
                  </a:ext>
                </a:extLst>
              </a:tr>
              <a:tr h="488867">
                <a:tc>
                  <a:txBody>
                    <a:bodyPr/>
                    <a:lstStyle/>
                    <a:p>
                      <a:pPr algn="ctr">
                        <a:buNone/>
                      </a:pPr>
                      <a:r>
                        <a:rPr lang="en-IN" sz="1600"/>
                        <a:t>O0233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6746661"/>
                  </a:ext>
                </a:extLst>
              </a:tr>
              <a:tr h="488867">
                <a:tc>
                  <a:txBody>
                    <a:bodyPr/>
                    <a:lstStyle/>
                    <a:p>
                      <a:pPr algn="ctr">
                        <a:buNone/>
                      </a:pPr>
                      <a:r>
                        <a:rPr lang="en-IN" sz="1600"/>
                        <a:t>O0234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6586203"/>
                  </a:ext>
                </a:extLst>
              </a:tr>
              <a:tr h="488867">
                <a:tc>
                  <a:txBody>
                    <a:bodyPr/>
                    <a:lstStyle/>
                    <a:p>
                      <a:pPr algn="ctr">
                        <a:buNone/>
                      </a:pPr>
                      <a:r>
                        <a:rPr lang="en-IN" sz="1600"/>
                        <a:t>O0235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601834"/>
                  </a:ext>
                </a:extLst>
              </a:tr>
              <a:tr h="488867">
                <a:tc>
                  <a:txBody>
                    <a:bodyPr/>
                    <a:lstStyle/>
                    <a:p>
                      <a:pPr algn="ctr">
                        <a:buNone/>
                      </a:pPr>
                      <a:r>
                        <a:rPr lang="en-IN" sz="1600"/>
                        <a:t>O0236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9821223"/>
                  </a:ext>
                </a:extLst>
              </a:tr>
              <a:tr h="488867">
                <a:tc>
                  <a:txBody>
                    <a:bodyPr/>
                    <a:lstStyle/>
                    <a:p>
                      <a:pPr algn="ctr">
                        <a:buNone/>
                      </a:pPr>
                      <a:r>
                        <a:rPr lang="en-IN" sz="1600"/>
                        <a:t>O0237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582457"/>
                  </a:ext>
                </a:extLst>
              </a:tr>
              <a:tr h="488867">
                <a:tc>
                  <a:txBody>
                    <a:bodyPr/>
                    <a:lstStyle/>
                    <a:p>
                      <a:pPr algn="ctr">
                        <a:buNone/>
                      </a:pPr>
                      <a:r>
                        <a:rPr lang="en-IN" sz="1600"/>
                        <a:t>O0238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670119"/>
                  </a:ext>
                </a:extLst>
              </a:tr>
              <a:tr h="488867">
                <a:tc>
                  <a:txBody>
                    <a:bodyPr/>
                    <a:lstStyle/>
                    <a:p>
                      <a:pPr algn="ctr">
                        <a:buNone/>
                      </a:pPr>
                      <a:r>
                        <a:rPr lang="en-IN" sz="1600"/>
                        <a:t>O0239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4538597"/>
                  </a:ext>
                </a:extLst>
              </a:tr>
              <a:tr h="488867">
                <a:tc>
                  <a:txBody>
                    <a:bodyPr/>
                    <a:lstStyle/>
                    <a:p>
                      <a:pPr algn="ctr">
                        <a:buNone/>
                      </a:pPr>
                      <a:r>
                        <a:rPr lang="en-IN" sz="1600"/>
                        <a:t>O0240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7984725"/>
                  </a:ext>
                </a:extLst>
              </a:tr>
              <a:tr h="488867">
                <a:tc>
                  <a:txBody>
                    <a:bodyPr/>
                    <a:lstStyle/>
                    <a:p>
                      <a:pPr algn="ctr">
                        <a:buNone/>
                      </a:pPr>
                      <a:r>
                        <a:rPr lang="en-IN" sz="1600"/>
                        <a:t>O0241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8094719"/>
                  </a:ext>
                </a:extLst>
              </a:tr>
              <a:tr h="488867">
                <a:tc>
                  <a:txBody>
                    <a:bodyPr/>
                    <a:lstStyle/>
                    <a:p>
                      <a:pPr algn="ctr">
                        <a:buNone/>
                      </a:pPr>
                      <a:r>
                        <a:rPr lang="en-IN" sz="1600"/>
                        <a:t>O0242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779410"/>
                  </a:ext>
                </a:extLst>
              </a:tr>
              <a:tr h="488867">
                <a:tc>
                  <a:txBody>
                    <a:bodyPr/>
                    <a:lstStyle/>
                    <a:p>
                      <a:pPr algn="ctr">
                        <a:buNone/>
                      </a:pPr>
                      <a:r>
                        <a:rPr lang="en-IN" sz="1600"/>
                        <a:t>O0243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5809569"/>
                  </a:ext>
                </a:extLst>
              </a:tr>
              <a:tr h="488867">
                <a:tc>
                  <a:txBody>
                    <a:bodyPr/>
                    <a:lstStyle/>
                    <a:p>
                      <a:pPr algn="ctr">
                        <a:buNone/>
                      </a:pPr>
                      <a:r>
                        <a:rPr lang="en-IN" sz="1600"/>
                        <a:t>O0244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4865375"/>
                  </a:ext>
                </a:extLst>
              </a:tr>
              <a:tr h="488867">
                <a:tc>
                  <a:txBody>
                    <a:bodyPr/>
                    <a:lstStyle/>
                    <a:p>
                      <a:pPr algn="ctr">
                        <a:buNone/>
                      </a:pPr>
                      <a:r>
                        <a:rPr lang="en-IN" sz="1600"/>
                        <a:t>O0245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C1000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4840692"/>
                  </a:ext>
                </a:extLst>
              </a:tr>
              <a:tr h="488867">
                <a:tc>
                  <a:txBody>
                    <a:bodyPr/>
                    <a:lstStyle/>
                    <a:p>
                      <a:pPr algn="ctr">
                        <a:buNone/>
                      </a:pPr>
                      <a:r>
                        <a:rPr lang="en-IN" sz="1600"/>
                        <a:t>O0246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7475014"/>
                  </a:ext>
                </a:extLst>
              </a:tr>
              <a:tr h="488867">
                <a:tc>
                  <a:txBody>
                    <a:bodyPr/>
                    <a:lstStyle/>
                    <a:p>
                      <a:pPr algn="ctr">
                        <a:buNone/>
                      </a:pPr>
                      <a:r>
                        <a:rPr lang="en-IN" sz="1600"/>
                        <a:t>O0247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182543"/>
                  </a:ext>
                </a:extLst>
              </a:tr>
              <a:tr h="488867">
                <a:tc>
                  <a:txBody>
                    <a:bodyPr/>
                    <a:lstStyle/>
                    <a:p>
                      <a:pPr algn="ctr">
                        <a:buNone/>
                      </a:pPr>
                      <a:r>
                        <a:rPr lang="en-IN" sz="1600"/>
                        <a:t>O0248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694775"/>
                  </a:ext>
                </a:extLst>
              </a:tr>
              <a:tr h="488867">
                <a:tc>
                  <a:txBody>
                    <a:bodyPr/>
                    <a:lstStyle/>
                    <a:p>
                      <a:pPr algn="ctr">
                        <a:buNone/>
                      </a:pPr>
                      <a:r>
                        <a:rPr lang="en-IN" sz="1600"/>
                        <a:t>O0249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396003"/>
                  </a:ext>
                </a:extLst>
              </a:tr>
              <a:tr h="488867">
                <a:tc>
                  <a:txBody>
                    <a:bodyPr/>
                    <a:lstStyle/>
                    <a:p>
                      <a:pPr algn="ctr">
                        <a:buNone/>
                      </a:pPr>
                      <a:r>
                        <a:rPr lang="en-IN" sz="1600"/>
                        <a:t>O0250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740751"/>
                  </a:ext>
                </a:extLst>
              </a:tr>
              <a:tr h="488867">
                <a:tc>
                  <a:txBody>
                    <a:bodyPr/>
                    <a:lstStyle/>
                    <a:p>
                      <a:pPr algn="ctr">
                        <a:buNone/>
                      </a:pPr>
                      <a:r>
                        <a:rPr lang="en-IN" sz="1600"/>
                        <a:t>O0251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2688167"/>
                  </a:ext>
                </a:extLst>
              </a:tr>
              <a:tr h="488867">
                <a:tc>
                  <a:txBody>
                    <a:bodyPr/>
                    <a:lstStyle/>
                    <a:p>
                      <a:pPr algn="ctr">
                        <a:buNone/>
                      </a:pPr>
                      <a:r>
                        <a:rPr lang="en-IN" sz="1600"/>
                        <a:t>O0252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263127"/>
                  </a:ext>
                </a:extLst>
              </a:tr>
              <a:tr h="488867">
                <a:tc>
                  <a:txBody>
                    <a:bodyPr/>
                    <a:lstStyle/>
                    <a:p>
                      <a:pPr algn="ctr">
                        <a:buNone/>
                      </a:pPr>
                      <a:r>
                        <a:rPr lang="en-IN" sz="1600"/>
                        <a:t>O0253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817719"/>
                  </a:ext>
                </a:extLst>
              </a:tr>
              <a:tr h="488867">
                <a:tc>
                  <a:txBody>
                    <a:bodyPr/>
                    <a:lstStyle/>
                    <a:p>
                      <a:pPr algn="ctr">
                        <a:buNone/>
                      </a:pPr>
                      <a:r>
                        <a:rPr lang="en-IN" sz="1600"/>
                        <a:t>O0254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2688707"/>
                  </a:ext>
                </a:extLst>
              </a:tr>
              <a:tr h="488867">
                <a:tc>
                  <a:txBody>
                    <a:bodyPr/>
                    <a:lstStyle/>
                    <a:p>
                      <a:pPr algn="ctr">
                        <a:buNone/>
                      </a:pPr>
                      <a:r>
                        <a:rPr lang="en-IN" sz="1600"/>
                        <a:t>O0255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350999"/>
                  </a:ext>
                </a:extLst>
              </a:tr>
              <a:tr h="488867">
                <a:tc>
                  <a:txBody>
                    <a:bodyPr/>
                    <a:lstStyle/>
                    <a:p>
                      <a:pPr algn="ctr">
                        <a:buNone/>
                      </a:pPr>
                      <a:r>
                        <a:rPr lang="en-IN" sz="1600"/>
                        <a:t>O0256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8958365"/>
                  </a:ext>
                </a:extLst>
              </a:tr>
              <a:tr h="488867">
                <a:tc>
                  <a:txBody>
                    <a:bodyPr/>
                    <a:lstStyle/>
                    <a:p>
                      <a:pPr algn="ctr">
                        <a:buNone/>
                      </a:pPr>
                      <a:r>
                        <a:rPr lang="en-IN" sz="1600"/>
                        <a:t>O0257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9641383"/>
                  </a:ext>
                </a:extLst>
              </a:tr>
              <a:tr h="488867">
                <a:tc>
                  <a:txBody>
                    <a:bodyPr/>
                    <a:lstStyle/>
                    <a:p>
                      <a:pPr algn="ctr">
                        <a:buNone/>
                      </a:pPr>
                      <a:r>
                        <a:rPr lang="en-IN" sz="1600"/>
                        <a:t>O0258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6859817"/>
                  </a:ext>
                </a:extLst>
              </a:tr>
              <a:tr h="488867">
                <a:tc>
                  <a:txBody>
                    <a:bodyPr/>
                    <a:lstStyle/>
                    <a:p>
                      <a:pPr algn="ctr">
                        <a:buNone/>
                      </a:pPr>
                      <a:r>
                        <a:rPr lang="en-IN" sz="1600"/>
                        <a:t>O0259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0384813"/>
                  </a:ext>
                </a:extLst>
              </a:tr>
              <a:tr h="488867">
                <a:tc>
                  <a:txBody>
                    <a:bodyPr/>
                    <a:lstStyle/>
                    <a:p>
                      <a:pPr algn="ctr">
                        <a:buNone/>
                      </a:pPr>
                      <a:r>
                        <a:rPr lang="en-IN" sz="1600"/>
                        <a:t>O0260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6051803"/>
                  </a:ext>
                </a:extLst>
              </a:tr>
              <a:tr h="488867">
                <a:tc>
                  <a:txBody>
                    <a:bodyPr/>
                    <a:lstStyle/>
                    <a:p>
                      <a:pPr algn="ctr">
                        <a:buNone/>
                      </a:pPr>
                      <a:r>
                        <a:rPr lang="en-IN" sz="1600"/>
                        <a:t>O0261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51471"/>
                  </a:ext>
                </a:extLst>
              </a:tr>
              <a:tr h="488867">
                <a:tc>
                  <a:txBody>
                    <a:bodyPr/>
                    <a:lstStyle/>
                    <a:p>
                      <a:pPr algn="ctr">
                        <a:buNone/>
                      </a:pPr>
                      <a:r>
                        <a:rPr lang="en-IN" sz="1600"/>
                        <a:t>O0262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3881816"/>
                  </a:ext>
                </a:extLst>
              </a:tr>
              <a:tr h="488867">
                <a:tc>
                  <a:txBody>
                    <a:bodyPr/>
                    <a:lstStyle/>
                    <a:p>
                      <a:pPr algn="ctr">
                        <a:buNone/>
                      </a:pPr>
                      <a:r>
                        <a:rPr lang="en-IN" sz="1600"/>
                        <a:t>O0263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404494"/>
                  </a:ext>
                </a:extLst>
              </a:tr>
              <a:tr h="488867">
                <a:tc>
                  <a:txBody>
                    <a:bodyPr/>
                    <a:lstStyle/>
                    <a:p>
                      <a:pPr algn="ctr">
                        <a:buNone/>
                      </a:pPr>
                      <a:r>
                        <a:rPr lang="en-IN" sz="1600"/>
                        <a:t>O0264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634843"/>
                  </a:ext>
                </a:extLst>
              </a:tr>
              <a:tr h="488867">
                <a:tc>
                  <a:txBody>
                    <a:bodyPr/>
                    <a:lstStyle/>
                    <a:p>
                      <a:pPr algn="ctr">
                        <a:buNone/>
                      </a:pPr>
                      <a:r>
                        <a:rPr lang="en-IN" sz="1600"/>
                        <a:t>O0265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9968436"/>
                  </a:ext>
                </a:extLst>
              </a:tr>
              <a:tr h="488867">
                <a:tc>
                  <a:txBody>
                    <a:bodyPr/>
                    <a:lstStyle/>
                    <a:p>
                      <a:pPr algn="ctr">
                        <a:buNone/>
                      </a:pPr>
                      <a:r>
                        <a:rPr lang="en-IN" sz="1600"/>
                        <a:t>O0266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8508513"/>
                  </a:ext>
                </a:extLst>
              </a:tr>
              <a:tr h="488867">
                <a:tc>
                  <a:txBody>
                    <a:bodyPr/>
                    <a:lstStyle/>
                    <a:p>
                      <a:pPr algn="ctr">
                        <a:buNone/>
                      </a:pPr>
                      <a:r>
                        <a:rPr lang="en-IN" sz="1600"/>
                        <a:t>O0267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6816884"/>
                  </a:ext>
                </a:extLst>
              </a:tr>
              <a:tr h="488867">
                <a:tc>
                  <a:txBody>
                    <a:bodyPr/>
                    <a:lstStyle/>
                    <a:p>
                      <a:pPr algn="ctr">
                        <a:buNone/>
                      </a:pPr>
                      <a:r>
                        <a:rPr lang="en-IN" sz="1600"/>
                        <a:t>O0268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3851255"/>
                  </a:ext>
                </a:extLst>
              </a:tr>
              <a:tr h="488867">
                <a:tc>
                  <a:txBody>
                    <a:bodyPr/>
                    <a:lstStyle/>
                    <a:p>
                      <a:pPr algn="ctr">
                        <a:buNone/>
                      </a:pPr>
                      <a:r>
                        <a:rPr lang="en-IN" sz="1600"/>
                        <a:t>O0269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0203747"/>
                  </a:ext>
                </a:extLst>
              </a:tr>
              <a:tr h="488867">
                <a:tc>
                  <a:txBody>
                    <a:bodyPr/>
                    <a:lstStyle/>
                    <a:p>
                      <a:pPr algn="ctr">
                        <a:buNone/>
                      </a:pPr>
                      <a:r>
                        <a:rPr lang="en-IN" sz="1600"/>
                        <a:t>O0270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313324"/>
                  </a:ext>
                </a:extLst>
              </a:tr>
              <a:tr h="488867">
                <a:tc>
                  <a:txBody>
                    <a:bodyPr/>
                    <a:lstStyle/>
                    <a:p>
                      <a:pPr algn="ctr">
                        <a:buNone/>
                      </a:pPr>
                      <a:r>
                        <a:rPr lang="en-IN" sz="1600"/>
                        <a:t>O0271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334421"/>
                  </a:ext>
                </a:extLst>
              </a:tr>
              <a:tr h="488867">
                <a:tc>
                  <a:txBody>
                    <a:bodyPr/>
                    <a:lstStyle/>
                    <a:p>
                      <a:pPr algn="ctr">
                        <a:buNone/>
                      </a:pPr>
                      <a:r>
                        <a:rPr lang="en-IN" sz="1600"/>
                        <a:t>O0272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129999"/>
                  </a:ext>
                </a:extLst>
              </a:tr>
              <a:tr h="488867">
                <a:tc>
                  <a:txBody>
                    <a:bodyPr/>
                    <a:lstStyle/>
                    <a:p>
                      <a:pPr algn="ctr">
                        <a:buNone/>
                      </a:pPr>
                      <a:r>
                        <a:rPr lang="en-IN" sz="1600"/>
                        <a:t>O0273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2184420"/>
                  </a:ext>
                </a:extLst>
              </a:tr>
              <a:tr h="488867">
                <a:tc>
                  <a:txBody>
                    <a:bodyPr/>
                    <a:lstStyle/>
                    <a:p>
                      <a:pPr algn="ctr">
                        <a:buNone/>
                      </a:pPr>
                      <a:r>
                        <a:rPr lang="en-IN" sz="1600"/>
                        <a:t>O0274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921694"/>
                  </a:ext>
                </a:extLst>
              </a:tr>
              <a:tr h="488867">
                <a:tc>
                  <a:txBody>
                    <a:bodyPr/>
                    <a:lstStyle/>
                    <a:p>
                      <a:pPr algn="ctr">
                        <a:buNone/>
                      </a:pPr>
                      <a:r>
                        <a:rPr lang="en-IN" sz="1600"/>
                        <a:t>O0275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5144772"/>
                  </a:ext>
                </a:extLst>
              </a:tr>
              <a:tr h="488867">
                <a:tc>
                  <a:txBody>
                    <a:bodyPr/>
                    <a:lstStyle/>
                    <a:p>
                      <a:pPr algn="ctr">
                        <a:buNone/>
                      </a:pPr>
                      <a:r>
                        <a:rPr lang="en-IN" sz="1600"/>
                        <a:t>O0276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3572093"/>
                  </a:ext>
                </a:extLst>
              </a:tr>
              <a:tr h="488867">
                <a:tc>
                  <a:txBody>
                    <a:bodyPr/>
                    <a:lstStyle/>
                    <a:p>
                      <a:pPr algn="ctr">
                        <a:buNone/>
                      </a:pPr>
                      <a:r>
                        <a:rPr lang="en-IN" sz="1600"/>
                        <a:t>O0277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8287419"/>
                  </a:ext>
                </a:extLst>
              </a:tr>
              <a:tr h="488867">
                <a:tc>
                  <a:txBody>
                    <a:bodyPr/>
                    <a:lstStyle/>
                    <a:p>
                      <a:pPr algn="ctr">
                        <a:buNone/>
                      </a:pPr>
                      <a:r>
                        <a:rPr lang="en-IN" sz="1600"/>
                        <a:t>O0278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754662"/>
                  </a:ext>
                </a:extLst>
              </a:tr>
              <a:tr h="488867">
                <a:tc>
                  <a:txBody>
                    <a:bodyPr/>
                    <a:lstStyle/>
                    <a:p>
                      <a:pPr algn="ctr">
                        <a:buNone/>
                      </a:pPr>
                      <a:r>
                        <a:rPr lang="en-IN" sz="1600"/>
                        <a:t>O0279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8066095"/>
                  </a:ext>
                </a:extLst>
              </a:tr>
              <a:tr h="488867">
                <a:tc>
                  <a:txBody>
                    <a:bodyPr/>
                    <a:lstStyle/>
                    <a:p>
                      <a:pPr algn="ctr">
                        <a:buNone/>
                      </a:pPr>
                      <a:r>
                        <a:rPr lang="en-IN" sz="1600"/>
                        <a:t>O0280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3247314"/>
                  </a:ext>
                </a:extLst>
              </a:tr>
              <a:tr h="488867">
                <a:tc>
                  <a:txBody>
                    <a:bodyPr/>
                    <a:lstStyle/>
                    <a:p>
                      <a:pPr algn="ctr">
                        <a:buNone/>
                      </a:pPr>
                      <a:r>
                        <a:rPr lang="en-IN" sz="1600"/>
                        <a:t>O0281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6706590"/>
                  </a:ext>
                </a:extLst>
              </a:tr>
              <a:tr h="488867">
                <a:tc>
                  <a:txBody>
                    <a:bodyPr/>
                    <a:lstStyle/>
                    <a:p>
                      <a:pPr algn="ctr">
                        <a:buNone/>
                      </a:pPr>
                      <a:r>
                        <a:rPr lang="en-IN" sz="1600"/>
                        <a:t>O0282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5136377"/>
                  </a:ext>
                </a:extLst>
              </a:tr>
              <a:tr h="488867">
                <a:tc>
                  <a:txBody>
                    <a:bodyPr/>
                    <a:lstStyle/>
                    <a:p>
                      <a:pPr algn="ctr">
                        <a:buNone/>
                      </a:pPr>
                      <a:r>
                        <a:rPr lang="en-IN" sz="1600"/>
                        <a:t>O0283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093313"/>
                  </a:ext>
                </a:extLst>
              </a:tr>
              <a:tr h="488867">
                <a:tc>
                  <a:txBody>
                    <a:bodyPr/>
                    <a:lstStyle/>
                    <a:p>
                      <a:pPr algn="ctr">
                        <a:buNone/>
                      </a:pPr>
                      <a:r>
                        <a:rPr lang="en-IN" sz="1600"/>
                        <a:t>O0284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9682897"/>
                  </a:ext>
                </a:extLst>
              </a:tr>
              <a:tr h="488867">
                <a:tc>
                  <a:txBody>
                    <a:bodyPr/>
                    <a:lstStyle/>
                    <a:p>
                      <a:pPr algn="ctr">
                        <a:buNone/>
                      </a:pPr>
                      <a:r>
                        <a:rPr lang="en-IN" sz="1600"/>
                        <a:t>O0285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064148"/>
                  </a:ext>
                </a:extLst>
              </a:tr>
              <a:tr h="488867">
                <a:tc>
                  <a:txBody>
                    <a:bodyPr/>
                    <a:lstStyle/>
                    <a:p>
                      <a:pPr algn="ctr">
                        <a:buNone/>
                      </a:pPr>
                      <a:r>
                        <a:rPr lang="en-IN" sz="1600"/>
                        <a:t>O0286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584587"/>
                  </a:ext>
                </a:extLst>
              </a:tr>
              <a:tr h="488867">
                <a:tc>
                  <a:txBody>
                    <a:bodyPr/>
                    <a:lstStyle/>
                    <a:p>
                      <a:pPr algn="ctr">
                        <a:buNone/>
                      </a:pPr>
                      <a:r>
                        <a:rPr lang="en-IN" sz="1600"/>
                        <a:t>O0287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6010871"/>
                  </a:ext>
                </a:extLst>
              </a:tr>
              <a:tr h="488867">
                <a:tc>
                  <a:txBody>
                    <a:bodyPr/>
                    <a:lstStyle/>
                    <a:p>
                      <a:pPr algn="ctr">
                        <a:buNone/>
                      </a:pPr>
                      <a:r>
                        <a:rPr lang="en-IN" sz="1600"/>
                        <a:t>O0288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665344"/>
                  </a:ext>
                </a:extLst>
              </a:tr>
              <a:tr h="488867">
                <a:tc>
                  <a:txBody>
                    <a:bodyPr/>
                    <a:lstStyle/>
                    <a:p>
                      <a:pPr algn="ctr">
                        <a:buNone/>
                      </a:pPr>
                      <a:r>
                        <a:rPr lang="en-IN" sz="1600"/>
                        <a:t>O0289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81865"/>
                  </a:ext>
                </a:extLst>
              </a:tr>
              <a:tr h="488867">
                <a:tc>
                  <a:txBody>
                    <a:bodyPr/>
                    <a:lstStyle/>
                    <a:p>
                      <a:pPr algn="ctr">
                        <a:buNone/>
                      </a:pPr>
                      <a:r>
                        <a:rPr lang="en-IN" sz="1600"/>
                        <a:t>O0290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796045"/>
                  </a:ext>
                </a:extLst>
              </a:tr>
              <a:tr h="488867">
                <a:tc>
                  <a:txBody>
                    <a:bodyPr/>
                    <a:lstStyle/>
                    <a:p>
                      <a:pPr algn="ctr">
                        <a:buNone/>
                      </a:pPr>
                      <a:r>
                        <a:rPr lang="en-IN" sz="1600"/>
                        <a:t>O0291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8537225"/>
                  </a:ext>
                </a:extLst>
              </a:tr>
              <a:tr h="488867">
                <a:tc>
                  <a:txBody>
                    <a:bodyPr/>
                    <a:lstStyle/>
                    <a:p>
                      <a:pPr algn="ctr">
                        <a:buNone/>
                      </a:pPr>
                      <a:r>
                        <a:rPr lang="en-IN" sz="1600"/>
                        <a:t>O0292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8855107"/>
                  </a:ext>
                </a:extLst>
              </a:tr>
              <a:tr h="488867">
                <a:tc>
                  <a:txBody>
                    <a:bodyPr/>
                    <a:lstStyle/>
                    <a:p>
                      <a:pPr algn="ctr">
                        <a:buNone/>
                      </a:pPr>
                      <a:r>
                        <a:rPr lang="en-IN" sz="1600"/>
                        <a:t>O0293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4232498"/>
                  </a:ext>
                </a:extLst>
              </a:tr>
              <a:tr h="488867">
                <a:tc>
                  <a:txBody>
                    <a:bodyPr/>
                    <a:lstStyle/>
                    <a:p>
                      <a:pPr algn="ctr">
                        <a:buNone/>
                      </a:pPr>
                      <a:r>
                        <a:rPr lang="en-IN" sz="1600"/>
                        <a:t>O0294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480742"/>
                  </a:ext>
                </a:extLst>
              </a:tr>
              <a:tr h="488867">
                <a:tc>
                  <a:txBody>
                    <a:bodyPr/>
                    <a:lstStyle/>
                    <a:p>
                      <a:pPr algn="ctr">
                        <a:buNone/>
                      </a:pPr>
                      <a:r>
                        <a:rPr lang="en-IN" sz="1600"/>
                        <a:t>O0295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3461719"/>
                  </a:ext>
                </a:extLst>
              </a:tr>
              <a:tr h="488867">
                <a:tc>
                  <a:txBody>
                    <a:bodyPr/>
                    <a:lstStyle/>
                    <a:p>
                      <a:pPr algn="ctr">
                        <a:buNone/>
                      </a:pPr>
                      <a:r>
                        <a:rPr lang="en-IN" sz="1600"/>
                        <a:t>O0296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1968639"/>
                  </a:ext>
                </a:extLst>
              </a:tr>
              <a:tr h="488867">
                <a:tc>
                  <a:txBody>
                    <a:bodyPr/>
                    <a:lstStyle/>
                    <a:p>
                      <a:pPr algn="ctr">
                        <a:buNone/>
                      </a:pPr>
                      <a:r>
                        <a:rPr lang="en-IN" sz="1600"/>
                        <a:t>O0297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4445877"/>
                  </a:ext>
                </a:extLst>
              </a:tr>
              <a:tr h="488867">
                <a:tc>
                  <a:txBody>
                    <a:bodyPr/>
                    <a:lstStyle/>
                    <a:p>
                      <a:pPr algn="ctr">
                        <a:buNone/>
                      </a:pPr>
                      <a:r>
                        <a:rPr lang="en-IN" sz="1600"/>
                        <a:t>O0298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2381020"/>
                  </a:ext>
                </a:extLst>
              </a:tr>
              <a:tr h="488867">
                <a:tc>
                  <a:txBody>
                    <a:bodyPr/>
                    <a:lstStyle/>
                    <a:p>
                      <a:pPr algn="ctr">
                        <a:buNone/>
                      </a:pPr>
                      <a:r>
                        <a:rPr lang="en-IN" sz="1600"/>
                        <a:t>O0299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5782665"/>
                  </a:ext>
                </a:extLst>
              </a:tr>
              <a:tr h="488867">
                <a:tc>
                  <a:txBody>
                    <a:bodyPr/>
                    <a:lstStyle/>
                    <a:p>
                      <a:pPr algn="ctr">
                        <a:buNone/>
                      </a:pPr>
                      <a:r>
                        <a:rPr lang="en-IN" sz="1600"/>
                        <a:t>O0300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On Time</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755812"/>
                  </a:ext>
                </a:extLst>
              </a:tr>
            </a:tbl>
          </a:graphicData>
        </a:graphic>
      </p:graphicFrame>
    </p:spTree>
    <p:extLst>
      <p:ext uri="{BB962C8B-B14F-4D97-AF65-F5344CB8AC3E}">
        <p14:creationId xmlns:p14="http://schemas.microsoft.com/office/powerpoint/2010/main" val="26587191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60CB40-C9C6-6112-A221-4063E1E06303}"/>
              </a:ext>
            </a:extLst>
          </p:cNvPr>
          <p:cNvSpPr>
            <a:spLocks noGrp="1"/>
          </p:cNvSpPr>
          <p:nvPr>
            <p:ph idx="1"/>
          </p:nvPr>
        </p:nvSpPr>
        <p:spPr>
          <a:xfrm>
            <a:off x="-76200" y="-53340"/>
            <a:ext cx="12412980" cy="6911340"/>
          </a:xfrm>
        </p:spPr>
        <p:txBody>
          <a:bodyPr>
            <a:normAutofit/>
          </a:bodyPr>
          <a:lstStyle/>
          <a:p>
            <a:r>
              <a:rPr lang="en-US" sz="1800" b="1" u="sng" dirty="0"/>
              <a:t>Ensure that no </a:t>
            </a:r>
            <a:r>
              <a:rPr lang="en-US" sz="1800" b="1" u="sng" dirty="0" err="1"/>
              <a:t>Actual_Delivery_Date</a:t>
            </a:r>
            <a:r>
              <a:rPr lang="en-US" sz="1800" b="1" u="sng" dirty="0"/>
              <a:t> is before </a:t>
            </a:r>
            <a:r>
              <a:rPr lang="en-US" sz="1800" b="1" u="sng" dirty="0" err="1"/>
              <a:t>Order_Date</a:t>
            </a:r>
            <a:r>
              <a:rPr lang="en-US" sz="1800" b="1" u="sng" dirty="0"/>
              <a:t> (flag such records).</a:t>
            </a:r>
          </a:p>
          <a:p>
            <a:pPr marL="0" indent="0">
              <a:buNone/>
            </a:pPr>
            <a:r>
              <a:rPr lang="en-US" sz="1800" dirty="0"/>
              <a:t>ALTER TABLE orders ADD COLUMN </a:t>
            </a:r>
            <a:r>
              <a:rPr lang="en-US" sz="1800" dirty="0" err="1"/>
              <a:t>Invalid_Date_Flag</a:t>
            </a:r>
            <a:r>
              <a:rPr lang="en-US" sz="1800" dirty="0"/>
              <a:t> TINYINT(1) DEFAULT 0;</a:t>
            </a:r>
          </a:p>
          <a:p>
            <a:pPr marL="0" indent="0">
              <a:buNone/>
            </a:pPr>
            <a:r>
              <a:rPr lang="en-US" sz="1800" dirty="0"/>
              <a:t>UPDATE orders</a:t>
            </a:r>
          </a:p>
          <a:p>
            <a:pPr marL="0" indent="0">
              <a:buNone/>
            </a:pPr>
            <a:r>
              <a:rPr lang="en-US" sz="1800" dirty="0"/>
              <a:t>SET </a:t>
            </a:r>
            <a:r>
              <a:rPr lang="en-US" sz="1800" dirty="0" err="1"/>
              <a:t>Invalid_Date_Flag</a:t>
            </a:r>
            <a:r>
              <a:rPr lang="en-US" sz="1800" dirty="0"/>
              <a:t> = 1</a:t>
            </a:r>
          </a:p>
          <a:p>
            <a:pPr marL="0" indent="0">
              <a:buNone/>
            </a:pPr>
            <a:r>
              <a:rPr lang="en-US" sz="1800" dirty="0"/>
              <a:t>WHERE </a:t>
            </a:r>
            <a:r>
              <a:rPr lang="en-US" sz="1800" dirty="0" err="1"/>
              <a:t>Actual_Delivery_Date</a:t>
            </a:r>
            <a:r>
              <a:rPr lang="en-US" sz="1800" dirty="0"/>
              <a:t> &lt; </a:t>
            </a:r>
            <a:r>
              <a:rPr lang="en-US" sz="1800" dirty="0" err="1"/>
              <a:t>Order_Date</a:t>
            </a:r>
            <a:r>
              <a:rPr lang="en-US" sz="1800" dirty="0"/>
              <a:t>;</a:t>
            </a:r>
          </a:p>
          <a:p>
            <a:pPr marL="0" indent="0">
              <a:buNone/>
            </a:pPr>
            <a:r>
              <a:rPr lang="en-US" sz="1800" dirty="0"/>
              <a:t>SELECT * FROM orders WHERE </a:t>
            </a:r>
            <a:r>
              <a:rPr lang="en-US" sz="1800" dirty="0" err="1"/>
              <a:t>Invalid_Date_Flag</a:t>
            </a:r>
            <a:r>
              <a:rPr lang="en-US" sz="1800" dirty="0"/>
              <a:t> = 1;</a:t>
            </a:r>
          </a:p>
          <a:p>
            <a:pPr marL="0" indent="0">
              <a:buNone/>
            </a:pPr>
            <a:r>
              <a:rPr lang="en-US" sz="1800" dirty="0"/>
              <a:t>SELECT * from orders;</a:t>
            </a:r>
          </a:p>
          <a:p>
            <a:pPr marL="0" indent="0">
              <a:buNone/>
            </a:pPr>
            <a:r>
              <a:rPr lang="en-US" sz="1800" b="1" u="sng" dirty="0"/>
              <a:t>OUTPUT:</a:t>
            </a:r>
          </a:p>
          <a:p>
            <a:pPr marL="0" indent="0">
              <a:buNone/>
            </a:pPr>
            <a:endParaRPr lang="en-US" sz="1800" b="1" u="sng" dirty="0"/>
          </a:p>
        </p:txBody>
      </p:sp>
      <p:graphicFrame>
        <p:nvGraphicFramePr>
          <p:cNvPr id="6" name="Table 5">
            <a:extLst>
              <a:ext uri="{FF2B5EF4-FFF2-40B4-BE49-F238E27FC236}">
                <a16:creationId xmlns:a16="http://schemas.microsoft.com/office/drawing/2014/main" id="{7D2DE54D-AA17-47C1-DAE1-9050C9AB2858}"/>
              </a:ext>
            </a:extLst>
          </p:cNvPr>
          <p:cNvGraphicFramePr>
            <a:graphicFrameLocks noGrp="1"/>
          </p:cNvGraphicFramePr>
          <p:nvPr>
            <p:extLst>
              <p:ext uri="{D42A27DB-BD31-4B8C-83A1-F6EECF244321}">
                <p14:modId xmlns:p14="http://schemas.microsoft.com/office/powerpoint/2010/main" val="565847117"/>
              </p:ext>
            </p:extLst>
          </p:nvPr>
        </p:nvGraphicFramePr>
        <p:xfrm>
          <a:off x="0" y="3014505"/>
          <a:ext cx="12192000" cy="74397435"/>
        </p:xfrm>
        <a:graphic>
          <a:graphicData uri="http://schemas.openxmlformats.org/drawingml/2006/table">
            <a:tbl>
              <a:tblPr firstRow="1">
                <a:tableStyleId>{3C2FFA5D-87B4-456A-9821-1D502468CF0F}</a:tableStyleId>
              </a:tblPr>
              <a:tblGrid>
                <a:gridCol w="1219200">
                  <a:extLst>
                    <a:ext uri="{9D8B030D-6E8A-4147-A177-3AD203B41FA5}">
                      <a16:colId xmlns:a16="http://schemas.microsoft.com/office/drawing/2014/main" val="3345673427"/>
                    </a:ext>
                  </a:extLst>
                </a:gridCol>
                <a:gridCol w="1219200">
                  <a:extLst>
                    <a:ext uri="{9D8B030D-6E8A-4147-A177-3AD203B41FA5}">
                      <a16:colId xmlns:a16="http://schemas.microsoft.com/office/drawing/2014/main" val="1577643108"/>
                    </a:ext>
                  </a:extLst>
                </a:gridCol>
                <a:gridCol w="1219200">
                  <a:extLst>
                    <a:ext uri="{9D8B030D-6E8A-4147-A177-3AD203B41FA5}">
                      <a16:colId xmlns:a16="http://schemas.microsoft.com/office/drawing/2014/main" val="173806705"/>
                    </a:ext>
                  </a:extLst>
                </a:gridCol>
                <a:gridCol w="1219200">
                  <a:extLst>
                    <a:ext uri="{9D8B030D-6E8A-4147-A177-3AD203B41FA5}">
                      <a16:colId xmlns:a16="http://schemas.microsoft.com/office/drawing/2014/main" val="1099213900"/>
                    </a:ext>
                  </a:extLst>
                </a:gridCol>
                <a:gridCol w="1219200">
                  <a:extLst>
                    <a:ext uri="{9D8B030D-6E8A-4147-A177-3AD203B41FA5}">
                      <a16:colId xmlns:a16="http://schemas.microsoft.com/office/drawing/2014/main" val="1783798712"/>
                    </a:ext>
                  </a:extLst>
                </a:gridCol>
                <a:gridCol w="1179007">
                  <a:extLst>
                    <a:ext uri="{9D8B030D-6E8A-4147-A177-3AD203B41FA5}">
                      <a16:colId xmlns:a16="http://schemas.microsoft.com/office/drawing/2014/main" val="3737812787"/>
                    </a:ext>
                  </a:extLst>
                </a:gridCol>
                <a:gridCol w="1259393">
                  <a:extLst>
                    <a:ext uri="{9D8B030D-6E8A-4147-A177-3AD203B41FA5}">
                      <a16:colId xmlns:a16="http://schemas.microsoft.com/office/drawing/2014/main" val="665125173"/>
                    </a:ext>
                  </a:extLst>
                </a:gridCol>
                <a:gridCol w="1219200">
                  <a:extLst>
                    <a:ext uri="{9D8B030D-6E8A-4147-A177-3AD203B41FA5}">
                      <a16:colId xmlns:a16="http://schemas.microsoft.com/office/drawing/2014/main" val="532417263"/>
                    </a:ext>
                  </a:extLst>
                </a:gridCol>
                <a:gridCol w="1219200">
                  <a:extLst>
                    <a:ext uri="{9D8B030D-6E8A-4147-A177-3AD203B41FA5}">
                      <a16:colId xmlns:a16="http://schemas.microsoft.com/office/drawing/2014/main" val="3067023419"/>
                    </a:ext>
                  </a:extLst>
                </a:gridCol>
                <a:gridCol w="1219200">
                  <a:extLst>
                    <a:ext uri="{9D8B030D-6E8A-4147-A177-3AD203B41FA5}">
                      <a16:colId xmlns:a16="http://schemas.microsoft.com/office/drawing/2014/main" val="2588522799"/>
                    </a:ext>
                  </a:extLst>
                </a:gridCol>
              </a:tblGrid>
              <a:tr h="490635">
                <a:tc>
                  <a:txBody>
                    <a:bodyPr/>
                    <a:lstStyle/>
                    <a:p>
                      <a:pPr algn="ctr">
                        <a:buNone/>
                      </a:pPr>
                      <a:r>
                        <a:rPr lang="en-US" sz="1600" dirty="0" err="1"/>
                        <a:t>Order_ID</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Customer_ID</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Warehouse_ID</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Route_ID</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Order_Date</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Expected_Delivery_Date</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Actual_Delivery_Date</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Delivery_Status</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Invalid_Date_Flag</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dirty="0" err="1"/>
                        <a:t>Delivery_Delay_In_Days</a:t>
                      </a:r>
                      <a:endParaRPr lang="en-IN" sz="1600"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113388476"/>
                  </a:ext>
                </a:extLst>
              </a:tr>
              <a:tr h="246356">
                <a:tc>
                  <a:txBody>
                    <a:bodyPr/>
                    <a:lstStyle/>
                    <a:p>
                      <a:pPr algn="ctr">
                        <a:buNone/>
                      </a:pPr>
                      <a:r>
                        <a:rPr lang="en-IN" sz="1600"/>
                        <a:t>O0001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44867"/>
                  </a:ext>
                </a:extLst>
              </a:tr>
              <a:tr h="246356">
                <a:tc>
                  <a:txBody>
                    <a:bodyPr/>
                    <a:lstStyle/>
                    <a:p>
                      <a:pPr algn="ctr">
                        <a:buNone/>
                      </a:pPr>
                      <a:r>
                        <a:rPr lang="en-IN" sz="1600"/>
                        <a:t>O0002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4009462"/>
                  </a:ext>
                </a:extLst>
              </a:tr>
              <a:tr h="246356">
                <a:tc>
                  <a:txBody>
                    <a:bodyPr/>
                    <a:lstStyle/>
                    <a:p>
                      <a:pPr algn="ctr">
                        <a:buNone/>
                      </a:pPr>
                      <a:r>
                        <a:rPr lang="en-IN" sz="1600"/>
                        <a:t>O0003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617429"/>
                  </a:ext>
                </a:extLst>
              </a:tr>
              <a:tr h="246356">
                <a:tc>
                  <a:txBody>
                    <a:bodyPr/>
                    <a:lstStyle/>
                    <a:p>
                      <a:pPr algn="ctr">
                        <a:buNone/>
                      </a:pPr>
                      <a:r>
                        <a:rPr lang="en-IN" sz="1600"/>
                        <a:t>O0004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7790258"/>
                  </a:ext>
                </a:extLst>
              </a:tr>
              <a:tr h="246356">
                <a:tc>
                  <a:txBody>
                    <a:bodyPr/>
                    <a:lstStyle/>
                    <a:p>
                      <a:pPr algn="ctr">
                        <a:buNone/>
                      </a:pPr>
                      <a:r>
                        <a:rPr lang="en-IN" sz="1600"/>
                        <a:t>O0005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0696137"/>
                  </a:ext>
                </a:extLst>
              </a:tr>
              <a:tr h="246356">
                <a:tc>
                  <a:txBody>
                    <a:bodyPr/>
                    <a:lstStyle/>
                    <a:p>
                      <a:pPr algn="ctr">
                        <a:buNone/>
                      </a:pPr>
                      <a:r>
                        <a:rPr lang="en-IN" sz="1600"/>
                        <a:t>O0006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8130264"/>
                  </a:ext>
                </a:extLst>
              </a:tr>
              <a:tr h="246356">
                <a:tc>
                  <a:txBody>
                    <a:bodyPr/>
                    <a:lstStyle/>
                    <a:p>
                      <a:pPr algn="ctr">
                        <a:buNone/>
                      </a:pPr>
                      <a:r>
                        <a:rPr lang="en-IN" sz="1600"/>
                        <a:t>O0007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6132697"/>
                  </a:ext>
                </a:extLst>
              </a:tr>
              <a:tr h="246356">
                <a:tc>
                  <a:txBody>
                    <a:bodyPr/>
                    <a:lstStyle/>
                    <a:p>
                      <a:pPr algn="ctr">
                        <a:buNone/>
                      </a:pPr>
                      <a:r>
                        <a:rPr lang="en-IN" sz="1600"/>
                        <a:t>O0008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50393"/>
                  </a:ext>
                </a:extLst>
              </a:tr>
              <a:tr h="246356">
                <a:tc>
                  <a:txBody>
                    <a:bodyPr/>
                    <a:lstStyle/>
                    <a:p>
                      <a:pPr algn="ctr">
                        <a:buNone/>
                      </a:pPr>
                      <a:r>
                        <a:rPr lang="en-IN" sz="1600"/>
                        <a:t>O0009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0254208"/>
                  </a:ext>
                </a:extLst>
              </a:tr>
              <a:tr h="246356">
                <a:tc>
                  <a:txBody>
                    <a:bodyPr/>
                    <a:lstStyle/>
                    <a:p>
                      <a:pPr algn="ctr">
                        <a:buNone/>
                      </a:pPr>
                      <a:r>
                        <a:rPr lang="en-IN" sz="1600"/>
                        <a:t>O0010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3731506"/>
                  </a:ext>
                </a:extLst>
              </a:tr>
              <a:tr h="246356">
                <a:tc>
                  <a:txBody>
                    <a:bodyPr/>
                    <a:lstStyle/>
                    <a:p>
                      <a:pPr algn="ctr">
                        <a:buNone/>
                      </a:pPr>
                      <a:r>
                        <a:rPr lang="en-IN" sz="1600"/>
                        <a:t>O0011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7311263"/>
                  </a:ext>
                </a:extLst>
              </a:tr>
              <a:tr h="246356">
                <a:tc>
                  <a:txBody>
                    <a:bodyPr/>
                    <a:lstStyle/>
                    <a:p>
                      <a:pPr algn="ctr">
                        <a:buNone/>
                      </a:pPr>
                      <a:r>
                        <a:rPr lang="en-IN" sz="1600"/>
                        <a:t>O0012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521238"/>
                  </a:ext>
                </a:extLst>
              </a:tr>
              <a:tr h="246356">
                <a:tc>
                  <a:txBody>
                    <a:bodyPr/>
                    <a:lstStyle/>
                    <a:p>
                      <a:pPr algn="ctr">
                        <a:buNone/>
                      </a:pPr>
                      <a:r>
                        <a:rPr lang="en-IN" sz="1600"/>
                        <a:t>O0013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824646"/>
                  </a:ext>
                </a:extLst>
              </a:tr>
              <a:tr h="246356">
                <a:tc>
                  <a:txBody>
                    <a:bodyPr/>
                    <a:lstStyle/>
                    <a:p>
                      <a:pPr algn="ctr">
                        <a:buNone/>
                      </a:pPr>
                      <a:r>
                        <a:rPr lang="en-IN" sz="1600"/>
                        <a:t>O0014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0319487"/>
                  </a:ext>
                </a:extLst>
              </a:tr>
              <a:tr h="246356">
                <a:tc>
                  <a:txBody>
                    <a:bodyPr/>
                    <a:lstStyle/>
                    <a:p>
                      <a:pPr algn="ctr">
                        <a:buNone/>
                      </a:pPr>
                      <a:r>
                        <a:rPr lang="en-IN" sz="1600"/>
                        <a:t>O0015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81478"/>
                  </a:ext>
                </a:extLst>
              </a:tr>
              <a:tr h="246356">
                <a:tc>
                  <a:txBody>
                    <a:bodyPr/>
                    <a:lstStyle/>
                    <a:p>
                      <a:pPr algn="ctr">
                        <a:buNone/>
                      </a:pPr>
                      <a:r>
                        <a:rPr lang="en-IN" sz="1600"/>
                        <a:t>O0016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5899739"/>
                  </a:ext>
                </a:extLst>
              </a:tr>
              <a:tr h="246356">
                <a:tc>
                  <a:txBody>
                    <a:bodyPr/>
                    <a:lstStyle/>
                    <a:p>
                      <a:pPr algn="ctr">
                        <a:buNone/>
                      </a:pPr>
                      <a:r>
                        <a:rPr lang="en-IN" sz="1600"/>
                        <a:t>O0017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769433"/>
                  </a:ext>
                </a:extLst>
              </a:tr>
              <a:tr h="246356">
                <a:tc>
                  <a:txBody>
                    <a:bodyPr/>
                    <a:lstStyle/>
                    <a:p>
                      <a:pPr algn="ctr">
                        <a:buNone/>
                      </a:pPr>
                      <a:r>
                        <a:rPr lang="en-IN" sz="1600"/>
                        <a:t>O0018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605938"/>
                  </a:ext>
                </a:extLst>
              </a:tr>
              <a:tr h="246356">
                <a:tc>
                  <a:txBody>
                    <a:bodyPr/>
                    <a:lstStyle/>
                    <a:p>
                      <a:pPr algn="ctr">
                        <a:buNone/>
                      </a:pPr>
                      <a:r>
                        <a:rPr lang="en-IN" sz="1600"/>
                        <a:t>O0019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7955099"/>
                  </a:ext>
                </a:extLst>
              </a:tr>
              <a:tr h="246356">
                <a:tc>
                  <a:txBody>
                    <a:bodyPr/>
                    <a:lstStyle/>
                    <a:p>
                      <a:pPr algn="ctr">
                        <a:buNone/>
                      </a:pPr>
                      <a:r>
                        <a:rPr lang="en-IN" sz="1600"/>
                        <a:t>O0020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913365"/>
                  </a:ext>
                </a:extLst>
              </a:tr>
              <a:tr h="246356">
                <a:tc>
                  <a:txBody>
                    <a:bodyPr/>
                    <a:lstStyle/>
                    <a:p>
                      <a:pPr algn="ctr">
                        <a:buNone/>
                      </a:pPr>
                      <a:r>
                        <a:rPr lang="en-IN" sz="1600"/>
                        <a:t>O0021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7728765"/>
                  </a:ext>
                </a:extLst>
              </a:tr>
              <a:tr h="246356">
                <a:tc>
                  <a:txBody>
                    <a:bodyPr/>
                    <a:lstStyle/>
                    <a:p>
                      <a:pPr algn="ctr">
                        <a:buNone/>
                      </a:pPr>
                      <a:r>
                        <a:rPr lang="en-IN" sz="1600"/>
                        <a:t>O0022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3686"/>
                  </a:ext>
                </a:extLst>
              </a:tr>
              <a:tr h="246356">
                <a:tc>
                  <a:txBody>
                    <a:bodyPr/>
                    <a:lstStyle/>
                    <a:p>
                      <a:pPr algn="ctr">
                        <a:buNone/>
                      </a:pPr>
                      <a:r>
                        <a:rPr lang="en-IN" sz="1600"/>
                        <a:t>O0023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298392"/>
                  </a:ext>
                </a:extLst>
              </a:tr>
              <a:tr h="246356">
                <a:tc>
                  <a:txBody>
                    <a:bodyPr/>
                    <a:lstStyle/>
                    <a:p>
                      <a:pPr algn="ctr">
                        <a:buNone/>
                      </a:pPr>
                      <a:r>
                        <a:rPr lang="en-IN" sz="1600"/>
                        <a:t>O0024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8418010"/>
                  </a:ext>
                </a:extLst>
              </a:tr>
              <a:tr h="246356">
                <a:tc>
                  <a:txBody>
                    <a:bodyPr/>
                    <a:lstStyle/>
                    <a:p>
                      <a:pPr algn="ctr">
                        <a:buNone/>
                      </a:pPr>
                      <a:r>
                        <a:rPr lang="en-IN" sz="1600"/>
                        <a:t>O0025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9002919"/>
                  </a:ext>
                </a:extLst>
              </a:tr>
              <a:tr h="246356">
                <a:tc>
                  <a:txBody>
                    <a:bodyPr/>
                    <a:lstStyle/>
                    <a:p>
                      <a:pPr algn="ctr">
                        <a:buNone/>
                      </a:pPr>
                      <a:r>
                        <a:rPr lang="en-IN" sz="1600"/>
                        <a:t>O0026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7383910"/>
                  </a:ext>
                </a:extLst>
              </a:tr>
              <a:tr h="246356">
                <a:tc>
                  <a:txBody>
                    <a:bodyPr/>
                    <a:lstStyle/>
                    <a:p>
                      <a:pPr algn="ctr">
                        <a:buNone/>
                      </a:pPr>
                      <a:r>
                        <a:rPr lang="en-IN" sz="1600"/>
                        <a:t>O0027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211692"/>
                  </a:ext>
                </a:extLst>
              </a:tr>
              <a:tr h="246356">
                <a:tc>
                  <a:txBody>
                    <a:bodyPr/>
                    <a:lstStyle/>
                    <a:p>
                      <a:pPr algn="ctr">
                        <a:buNone/>
                      </a:pPr>
                      <a:r>
                        <a:rPr lang="en-IN" sz="1600"/>
                        <a:t>O0028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0746914"/>
                  </a:ext>
                </a:extLst>
              </a:tr>
              <a:tr h="246356">
                <a:tc>
                  <a:txBody>
                    <a:bodyPr/>
                    <a:lstStyle/>
                    <a:p>
                      <a:pPr algn="ctr">
                        <a:buNone/>
                      </a:pPr>
                      <a:r>
                        <a:rPr lang="en-IN" sz="1600"/>
                        <a:t>O0029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623310"/>
                  </a:ext>
                </a:extLst>
              </a:tr>
              <a:tr h="246356">
                <a:tc>
                  <a:txBody>
                    <a:bodyPr/>
                    <a:lstStyle/>
                    <a:p>
                      <a:pPr algn="ctr">
                        <a:buNone/>
                      </a:pPr>
                      <a:r>
                        <a:rPr lang="en-IN" sz="1600"/>
                        <a:t>O0030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5314230"/>
                  </a:ext>
                </a:extLst>
              </a:tr>
              <a:tr h="246356">
                <a:tc>
                  <a:txBody>
                    <a:bodyPr/>
                    <a:lstStyle/>
                    <a:p>
                      <a:pPr algn="ctr">
                        <a:buNone/>
                      </a:pPr>
                      <a:r>
                        <a:rPr lang="en-IN" sz="1600"/>
                        <a:t>O0031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5535775"/>
                  </a:ext>
                </a:extLst>
              </a:tr>
              <a:tr h="246356">
                <a:tc>
                  <a:txBody>
                    <a:bodyPr/>
                    <a:lstStyle/>
                    <a:p>
                      <a:pPr algn="ctr">
                        <a:buNone/>
                      </a:pPr>
                      <a:r>
                        <a:rPr lang="en-IN" sz="1600"/>
                        <a:t>O0032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589568"/>
                  </a:ext>
                </a:extLst>
              </a:tr>
              <a:tr h="246356">
                <a:tc>
                  <a:txBody>
                    <a:bodyPr/>
                    <a:lstStyle/>
                    <a:p>
                      <a:pPr algn="ctr">
                        <a:buNone/>
                      </a:pPr>
                      <a:r>
                        <a:rPr lang="en-IN" sz="1600"/>
                        <a:t>O0033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055153"/>
                  </a:ext>
                </a:extLst>
              </a:tr>
              <a:tr h="246356">
                <a:tc>
                  <a:txBody>
                    <a:bodyPr/>
                    <a:lstStyle/>
                    <a:p>
                      <a:pPr algn="ctr">
                        <a:buNone/>
                      </a:pPr>
                      <a:r>
                        <a:rPr lang="en-IN" sz="1600"/>
                        <a:t>O0034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570140"/>
                  </a:ext>
                </a:extLst>
              </a:tr>
              <a:tr h="246356">
                <a:tc>
                  <a:txBody>
                    <a:bodyPr/>
                    <a:lstStyle/>
                    <a:p>
                      <a:pPr algn="ctr">
                        <a:buNone/>
                      </a:pPr>
                      <a:r>
                        <a:rPr lang="en-IN" sz="1600"/>
                        <a:t>O0035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613410"/>
                  </a:ext>
                </a:extLst>
              </a:tr>
              <a:tr h="246356">
                <a:tc>
                  <a:txBody>
                    <a:bodyPr/>
                    <a:lstStyle/>
                    <a:p>
                      <a:pPr algn="ctr">
                        <a:buNone/>
                      </a:pPr>
                      <a:r>
                        <a:rPr lang="en-IN" sz="1600"/>
                        <a:t>O0036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2691903"/>
                  </a:ext>
                </a:extLst>
              </a:tr>
              <a:tr h="246356">
                <a:tc>
                  <a:txBody>
                    <a:bodyPr/>
                    <a:lstStyle/>
                    <a:p>
                      <a:pPr algn="ctr">
                        <a:buNone/>
                      </a:pPr>
                      <a:r>
                        <a:rPr lang="en-IN" sz="1600"/>
                        <a:t>O0037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658359"/>
                  </a:ext>
                </a:extLst>
              </a:tr>
              <a:tr h="246356">
                <a:tc>
                  <a:txBody>
                    <a:bodyPr/>
                    <a:lstStyle/>
                    <a:p>
                      <a:pPr algn="ctr">
                        <a:buNone/>
                      </a:pPr>
                      <a:r>
                        <a:rPr lang="en-IN" sz="1600"/>
                        <a:t>O0038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539729"/>
                  </a:ext>
                </a:extLst>
              </a:tr>
              <a:tr h="246356">
                <a:tc>
                  <a:txBody>
                    <a:bodyPr/>
                    <a:lstStyle/>
                    <a:p>
                      <a:pPr algn="ctr">
                        <a:buNone/>
                      </a:pPr>
                      <a:r>
                        <a:rPr lang="en-IN" sz="1600"/>
                        <a:t>O0039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3068583"/>
                  </a:ext>
                </a:extLst>
              </a:tr>
              <a:tr h="246356">
                <a:tc>
                  <a:txBody>
                    <a:bodyPr/>
                    <a:lstStyle/>
                    <a:p>
                      <a:pPr algn="ctr">
                        <a:buNone/>
                      </a:pPr>
                      <a:r>
                        <a:rPr lang="en-IN" sz="1600"/>
                        <a:t>O0040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8550271"/>
                  </a:ext>
                </a:extLst>
              </a:tr>
              <a:tr h="246356">
                <a:tc>
                  <a:txBody>
                    <a:bodyPr/>
                    <a:lstStyle/>
                    <a:p>
                      <a:pPr algn="ctr">
                        <a:buNone/>
                      </a:pPr>
                      <a:r>
                        <a:rPr lang="en-IN" sz="1600"/>
                        <a:t>O0041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044261"/>
                  </a:ext>
                </a:extLst>
              </a:tr>
              <a:tr h="246356">
                <a:tc>
                  <a:txBody>
                    <a:bodyPr/>
                    <a:lstStyle/>
                    <a:p>
                      <a:pPr algn="ctr">
                        <a:buNone/>
                      </a:pPr>
                      <a:r>
                        <a:rPr lang="en-IN" sz="1600"/>
                        <a:t>O0042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189095"/>
                  </a:ext>
                </a:extLst>
              </a:tr>
              <a:tr h="246356">
                <a:tc>
                  <a:txBody>
                    <a:bodyPr/>
                    <a:lstStyle/>
                    <a:p>
                      <a:pPr algn="ctr">
                        <a:buNone/>
                      </a:pPr>
                      <a:r>
                        <a:rPr lang="en-IN" sz="1600"/>
                        <a:t>O0043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5494391"/>
                  </a:ext>
                </a:extLst>
              </a:tr>
              <a:tr h="246356">
                <a:tc>
                  <a:txBody>
                    <a:bodyPr/>
                    <a:lstStyle/>
                    <a:p>
                      <a:pPr algn="ctr">
                        <a:buNone/>
                      </a:pPr>
                      <a:r>
                        <a:rPr lang="en-IN" sz="1600"/>
                        <a:t>O0044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919826"/>
                  </a:ext>
                </a:extLst>
              </a:tr>
              <a:tr h="246356">
                <a:tc>
                  <a:txBody>
                    <a:bodyPr/>
                    <a:lstStyle/>
                    <a:p>
                      <a:pPr algn="ctr">
                        <a:buNone/>
                      </a:pPr>
                      <a:r>
                        <a:rPr lang="en-IN" sz="1600"/>
                        <a:t>O0045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3013462"/>
                  </a:ext>
                </a:extLst>
              </a:tr>
              <a:tr h="246356">
                <a:tc>
                  <a:txBody>
                    <a:bodyPr/>
                    <a:lstStyle/>
                    <a:p>
                      <a:pPr algn="ctr">
                        <a:buNone/>
                      </a:pPr>
                      <a:r>
                        <a:rPr lang="en-IN" sz="1600"/>
                        <a:t>O0046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09407"/>
                  </a:ext>
                </a:extLst>
              </a:tr>
              <a:tr h="246356">
                <a:tc>
                  <a:txBody>
                    <a:bodyPr/>
                    <a:lstStyle/>
                    <a:p>
                      <a:pPr algn="ctr">
                        <a:buNone/>
                      </a:pPr>
                      <a:r>
                        <a:rPr lang="en-IN" sz="1600"/>
                        <a:t>O0047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377136"/>
                  </a:ext>
                </a:extLst>
              </a:tr>
              <a:tr h="246356">
                <a:tc>
                  <a:txBody>
                    <a:bodyPr/>
                    <a:lstStyle/>
                    <a:p>
                      <a:pPr algn="ctr">
                        <a:buNone/>
                      </a:pPr>
                      <a:r>
                        <a:rPr lang="en-IN" sz="1600"/>
                        <a:t>O0048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7301579"/>
                  </a:ext>
                </a:extLst>
              </a:tr>
              <a:tr h="246356">
                <a:tc>
                  <a:txBody>
                    <a:bodyPr/>
                    <a:lstStyle/>
                    <a:p>
                      <a:pPr algn="ctr">
                        <a:buNone/>
                      </a:pPr>
                      <a:r>
                        <a:rPr lang="en-IN" sz="1600"/>
                        <a:t>O0049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789347"/>
                  </a:ext>
                </a:extLst>
              </a:tr>
              <a:tr h="246356">
                <a:tc>
                  <a:txBody>
                    <a:bodyPr/>
                    <a:lstStyle/>
                    <a:p>
                      <a:pPr algn="ctr">
                        <a:buNone/>
                      </a:pPr>
                      <a:r>
                        <a:rPr lang="en-IN" sz="1600"/>
                        <a:t>O0050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4136487"/>
                  </a:ext>
                </a:extLst>
              </a:tr>
              <a:tr h="246356">
                <a:tc>
                  <a:txBody>
                    <a:bodyPr/>
                    <a:lstStyle/>
                    <a:p>
                      <a:pPr algn="ctr">
                        <a:buNone/>
                      </a:pPr>
                      <a:r>
                        <a:rPr lang="en-IN" sz="1600"/>
                        <a:t>O0051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208961"/>
                  </a:ext>
                </a:extLst>
              </a:tr>
              <a:tr h="246356">
                <a:tc>
                  <a:txBody>
                    <a:bodyPr/>
                    <a:lstStyle/>
                    <a:p>
                      <a:pPr algn="ctr">
                        <a:buNone/>
                      </a:pPr>
                      <a:r>
                        <a:rPr lang="en-IN" sz="1600"/>
                        <a:t>O0052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186688"/>
                  </a:ext>
                </a:extLst>
              </a:tr>
              <a:tr h="246356">
                <a:tc>
                  <a:txBody>
                    <a:bodyPr/>
                    <a:lstStyle/>
                    <a:p>
                      <a:pPr algn="ctr">
                        <a:buNone/>
                      </a:pPr>
                      <a:r>
                        <a:rPr lang="en-IN" sz="1600"/>
                        <a:t>O0053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565838"/>
                  </a:ext>
                </a:extLst>
              </a:tr>
              <a:tr h="246356">
                <a:tc>
                  <a:txBody>
                    <a:bodyPr/>
                    <a:lstStyle/>
                    <a:p>
                      <a:pPr algn="ctr">
                        <a:buNone/>
                      </a:pPr>
                      <a:r>
                        <a:rPr lang="en-IN" sz="1600"/>
                        <a:t>O0054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100671"/>
                  </a:ext>
                </a:extLst>
              </a:tr>
              <a:tr h="246356">
                <a:tc>
                  <a:txBody>
                    <a:bodyPr/>
                    <a:lstStyle/>
                    <a:p>
                      <a:pPr algn="ctr">
                        <a:buNone/>
                      </a:pPr>
                      <a:r>
                        <a:rPr lang="en-IN" sz="1600"/>
                        <a:t>O0055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06005"/>
                  </a:ext>
                </a:extLst>
              </a:tr>
              <a:tr h="246356">
                <a:tc>
                  <a:txBody>
                    <a:bodyPr/>
                    <a:lstStyle/>
                    <a:p>
                      <a:pPr algn="ctr">
                        <a:buNone/>
                      </a:pPr>
                      <a:r>
                        <a:rPr lang="en-IN" sz="1600"/>
                        <a:t>O0056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5069400"/>
                  </a:ext>
                </a:extLst>
              </a:tr>
              <a:tr h="246356">
                <a:tc>
                  <a:txBody>
                    <a:bodyPr/>
                    <a:lstStyle/>
                    <a:p>
                      <a:pPr algn="ctr">
                        <a:buNone/>
                      </a:pPr>
                      <a:r>
                        <a:rPr lang="en-IN" sz="1600"/>
                        <a:t>O0057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6110652"/>
                  </a:ext>
                </a:extLst>
              </a:tr>
              <a:tr h="246356">
                <a:tc>
                  <a:txBody>
                    <a:bodyPr/>
                    <a:lstStyle/>
                    <a:p>
                      <a:pPr algn="ctr">
                        <a:buNone/>
                      </a:pPr>
                      <a:r>
                        <a:rPr lang="en-IN" sz="1600"/>
                        <a:t>O0058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0287715"/>
                  </a:ext>
                </a:extLst>
              </a:tr>
              <a:tr h="246356">
                <a:tc>
                  <a:txBody>
                    <a:bodyPr/>
                    <a:lstStyle/>
                    <a:p>
                      <a:pPr algn="ctr">
                        <a:buNone/>
                      </a:pPr>
                      <a:r>
                        <a:rPr lang="en-IN" sz="1600"/>
                        <a:t>O0059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0973842"/>
                  </a:ext>
                </a:extLst>
              </a:tr>
              <a:tr h="246356">
                <a:tc>
                  <a:txBody>
                    <a:bodyPr/>
                    <a:lstStyle/>
                    <a:p>
                      <a:pPr algn="ctr">
                        <a:buNone/>
                      </a:pPr>
                      <a:r>
                        <a:rPr lang="en-IN" sz="1600"/>
                        <a:t>O0060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869010"/>
                  </a:ext>
                </a:extLst>
              </a:tr>
              <a:tr h="246356">
                <a:tc>
                  <a:txBody>
                    <a:bodyPr/>
                    <a:lstStyle/>
                    <a:p>
                      <a:pPr algn="ctr">
                        <a:buNone/>
                      </a:pPr>
                      <a:r>
                        <a:rPr lang="en-IN" sz="1600"/>
                        <a:t>O0061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7411061"/>
                  </a:ext>
                </a:extLst>
              </a:tr>
              <a:tr h="246356">
                <a:tc>
                  <a:txBody>
                    <a:bodyPr/>
                    <a:lstStyle/>
                    <a:p>
                      <a:pPr algn="ctr">
                        <a:buNone/>
                      </a:pPr>
                      <a:r>
                        <a:rPr lang="en-IN" sz="1600"/>
                        <a:t>O0062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4704021"/>
                  </a:ext>
                </a:extLst>
              </a:tr>
              <a:tr h="246356">
                <a:tc>
                  <a:txBody>
                    <a:bodyPr/>
                    <a:lstStyle/>
                    <a:p>
                      <a:pPr algn="ctr">
                        <a:buNone/>
                      </a:pPr>
                      <a:r>
                        <a:rPr lang="en-IN" sz="1600"/>
                        <a:t>O0063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088845"/>
                  </a:ext>
                </a:extLst>
              </a:tr>
              <a:tr h="246356">
                <a:tc>
                  <a:txBody>
                    <a:bodyPr/>
                    <a:lstStyle/>
                    <a:p>
                      <a:pPr algn="ctr">
                        <a:buNone/>
                      </a:pPr>
                      <a:r>
                        <a:rPr lang="en-IN" sz="1600"/>
                        <a:t>O0064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4573798"/>
                  </a:ext>
                </a:extLst>
              </a:tr>
              <a:tr h="246356">
                <a:tc>
                  <a:txBody>
                    <a:bodyPr/>
                    <a:lstStyle/>
                    <a:p>
                      <a:pPr algn="ctr">
                        <a:buNone/>
                      </a:pPr>
                      <a:r>
                        <a:rPr lang="en-IN" sz="1600"/>
                        <a:t>O0065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393171"/>
                  </a:ext>
                </a:extLst>
              </a:tr>
              <a:tr h="246356">
                <a:tc>
                  <a:txBody>
                    <a:bodyPr/>
                    <a:lstStyle/>
                    <a:p>
                      <a:pPr algn="ctr">
                        <a:buNone/>
                      </a:pPr>
                      <a:r>
                        <a:rPr lang="en-IN" sz="1600"/>
                        <a:t>O0066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5970743"/>
                  </a:ext>
                </a:extLst>
              </a:tr>
              <a:tr h="246356">
                <a:tc>
                  <a:txBody>
                    <a:bodyPr/>
                    <a:lstStyle/>
                    <a:p>
                      <a:pPr algn="ctr">
                        <a:buNone/>
                      </a:pPr>
                      <a:r>
                        <a:rPr lang="en-IN" sz="1600"/>
                        <a:t>O0067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7458751"/>
                  </a:ext>
                </a:extLst>
              </a:tr>
              <a:tr h="246356">
                <a:tc>
                  <a:txBody>
                    <a:bodyPr/>
                    <a:lstStyle/>
                    <a:p>
                      <a:pPr algn="ctr">
                        <a:buNone/>
                      </a:pPr>
                      <a:r>
                        <a:rPr lang="en-IN" sz="1600"/>
                        <a:t>O0068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3871"/>
                  </a:ext>
                </a:extLst>
              </a:tr>
              <a:tr h="246356">
                <a:tc>
                  <a:txBody>
                    <a:bodyPr/>
                    <a:lstStyle/>
                    <a:p>
                      <a:pPr algn="ctr">
                        <a:buNone/>
                      </a:pPr>
                      <a:r>
                        <a:rPr lang="en-IN" sz="1600"/>
                        <a:t>O0069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008242"/>
                  </a:ext>
                </a:extLst>
              </a:tr>
              <a:tr h="246356">
                <a:tc>
                  <a:txBody>
                    <a:bodyPr/>
                    <a:lstStyle/>
                    <a:p>
                      <a:pPr algn="ctr">
                        <a:buNone/>
                      </a:pPr>
                      <a:r>
                        <a:rPr lang="en-IN" sz="1600"/>
                        <a:t>O0070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13196"/>
                  </a:ext>
                </a:extLst>
              </a:tr>
              <a:tr h="246356">
                <a:tc>
                  <a:txBody>
                    <a:bodyPr/>
                    <a:lstStyle/>
                    <a:p>
                      <a:pPr algn="ctr">
                        <a:buNone/>
                      </a:pPr>
                      <a:r>
                        <a:rPr lang="en-IN" sz="1600"/>
                        <a:t>O0071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057303"/>
                  </a:ext>
                </a:extLst>
              </a:tr>
              <a:tr h="246356">
                <a:tc>
                  <a:txBody>
                    <a:bodyPr/>
                    <a:lstStyle/>
                    <a:p>
                      <a:pPr algn="ctr">
                        <a:buNone/>
                      </a:pPr>
                      <a:r>
                        <a:rPr lang="en-IN" sz="1600"/>
                        <a:t>O0072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339299"/>
                  </a:ext>
                </a:extLst>
              </a:tr>
              <a:tr h="246356">
                <a:tc>
                  <a:txBody>
                    <a:bodyPr/>
                    <a:lstStyle/>
                    <a:p>
                      <a:pPr algn="ctr">
                        <a:buNone/>
                      </a:pPr>
                      <a:r>
                        <a:rPr lang="en-IN" sz="1600"/>
                        <a:t>O0073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71159"/>
                  </a:ext>
                </a:extLst>
              </a:tr>
              <a:tr h="246356">
                <a:tc>
                  <a:txBody>
                    <a:bodyPr/>
                    <a:lstStyle/>
                    <a:p>
                      <a:pPr algn="ctr">
                        <a:buNone/>
                      </a:pPr>
                      <a:r>
                        <a:rPr lang="en-IN" sz="1600"/>
                        <a:t>O0074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9426617"/>
                  </a:ext>
                </a:extLst>
              </a:tr>
              <a:tr h="246356">
                <a:tc>
                  <a:txBody>
                    <a:bodyPr/>
                    <a:lstStyle/>
                    <a:p>
                      <a:pPr algn="ctr">
                        <a:buNone/>
                      </a:pPr>
                      <a:r>
                        <a:rPr lang="en-IN" sz="1600"/>
                        <a:t>O0075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5686633"/>
                  </a:ext>
                </a:extLst>
              </a:tr>
              <a:tr h="246356">
                <a:tc>
                  <a:txBody>
                    <a:bodyPr/>
                    <a:lstStyle/>
                    <a:p>
                      <a:pPr algn="ctr">
                        <a:buNone/>
                      </a:pPr>
                      <a:r>
                        <a:rPr lang="en-IN" sz="1600"/>
                        <a:t>O0076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275260"/>
                  </a:ext>
                </a:extLst>
              </a:tr>
              <a:tr h="246356">
                <a:tc>
                  <a:txBody>
                    <a:bodyPr/>
                    <a:lstStyle/>
                    <a:p>
                      <a:pPr algn="ctr">
                        <a:buNone/>
                      </a:pPr>
                      <a:r>
                        <a:rPr lang="en-IN" sz="1600"/>
                        <a:t>O0077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7312856"/>
                  </a:ext>
                </a:extLst>
              </a:tr>
              <a:tr h="246356">
                <a:tc>
                  <a:txBody>
                    <a:bodyPr/>
                    <a:lstStyle/>
                    <a:p>
                      <a:pPr algn="ctr">
                        <a:buNone/>
                      </a:pPr>
                      <a:r>
                        <a:rPr lang="en-IN" sz="1600"/>
                        <a:t>O0078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4661956"/>
                  </a:ext>
                </a:extLst>
              </a:tr>
              <a:tr h="246356">
                <a:tc>
                  <a:txBody>
                    <a:bodyPr/>
                    <a:lstStyle/>
                    <a:p>
                      <a:pPr algn="ctr">
                        <a:buNone/>
                      </a:pPr>
                      <a:r>
                        <a:rPr lang="en-IN" sz="1600"/>
                        <a:t>O0079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022325"/>
                  </a:ext>
                </a:extLst>
              </a:tr>
              <a:tr h="246356">
                <a:tc>
                  <a:txBody>
                    <a:bodyPr/>
                    <a:lstStyle/>
                    <a:p>
                      <a:pPr algn="ctr">
                        <a:buNone/>
                      </a:pPr>
                      <a:r>
                        <a:rPr lang="en-IN" sz="1600"/>
                        <a:t>O0080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123212"/>
                  </a:ext>
                </a:extLst>
              </a:tr>
              <a:tr h="246356">
                <a:tc>
                  <a:txBody>
                    <a:bodyPr/>
                    <a:lstStyle/>
                    <a:p>
                      <a:pPr algn="ctr">
                        <a:buNone/>
                      </a:pPr>
                      <a:r>
                        <a:rPr lang="en-IN" sz="1600"/>
                        <a:t>O0081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5671023"/>
                  </a:ext>
                </a:extLst>
              </a:tr>
              <a:tr h="246356">
                <a:tc>
                  <a:txBody>
                    <a:bodyPr/>
                    <a:lstStyle/>
                    <a:p>
                      <a:pPr algn="ctr">
                        <a:buNone/>
                      </a:pPr>
                      <a:r>
                        <a:rPr lang="en-IN" sz="1600"/>
                        <a:t>O0082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030222"/>
                  </a:ext>
                </a:extLst>
              </a:tr>
              <a:tr h="246356">
                <a:tc>
                  <a:txBody>
                    <a:bodyPr/>
                    <a:lstStyle/>
                    <a:p>
                      <a:pPr algn="ctr">
                        <a:buNone/>
                      </a:pPr>
                      <a:r>
                        <a:rPr lang="en-IN" sz="1600"/>
                        <a:t>O0083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2065117"/>
                  </a:ext>
                </a:extLst>
              </a:tr>
              <a:tr h="246356">
                <a:tc>
                  <a:txBody>
                    <a:bodyPr/>
                    <a:lstStyle/>
                    <a:p>
                      <a:pPr algn="ctr">
                        <a:buNone/>
                      </a:pPr>
                      <a:r>
                        <a:rPr lang="en-IN" sz="1600"/>
                        <a:t>O0084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8991832"/>
                  </a:ext>
                </a:extLst>
              </a:tr>
              <a:tr h="246356">
                <a:tc>
                  <a:txBody>
                    <a:bodyPr/>
                    <a:lstStyle/>
                    <a:p>
                      <a:pPr algn="ctr">
                        <a:buNone/>
                      </a:pPr>
                      <a:r>
                        <a:rPr lang="en-IN" sz="1600"/>
                        <a:t>O0085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8806643"/>
                  </a:ext>
                </a:extLst>
              </a:tr>
              <a:tr h="246356">
                <a:tc>
                  <a:txBody>
                    <a:bodyPr/>
                    <a:lstStyle/>
                    <a:p>
                      <a:pPr algn="ctr">
                        <a:buNone/>
                      </a:pPr>
                      <a:r>
                        <a:rPr lang="en-IN" sz="1600"/>
                        <a:t>O0086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2151212"/>
                  </a:ext>
                </a:extLst>
              </a:tr>
              <a:tr h="246356">
                <a:tc>
                  <a:txBody>
                    <a:bodyPr/>
                    <a:lstStyle/>
                    <a:p>
                      <a:pPr algn="ctr">
                        <a:buNone/>
                      </a:pPr>
                      <a:r>
                        <a:rPr lang="en-IN" sz="1600"/>
                        <a:t>O0087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19395"/>
                  </a:ext>
                </a:extLst>
              </a:tr>
              <a:tr h="246356">
                <a:tc>
                  <a:txBody>
                    <a:bodyPr/>
                    <a:lstStyle/>
                    <a:p>
                      <a:pPr algn="ctr">
                        <a:buNone/>
                      </a:pPr>
                      <a:r>
                        <a:rPr lang="en-IN" sz="1600"/>
                        <a:t>O0088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225170"/>
                  </a:ext>
                </a:extLst>
              </a:tr>
              <a:tr h="246356">
                <a:tc>
                  <a:txBody>
                    <a:bodyPr/>
                    <a:lstStyle/>
                    <a:p>
                      <a:pPr algn="ctr">
                        <a:buNone/>
                      </a:pPr>
                      <a:r>
                        <a:rPr lang="en-IN" sz="1600"/>
                        <a:t>O0089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1013039"/>
                  </a:ext>
                </a:extLst>
              </a:tr>
              <a:tr h="246356">
                <a:tc>
                  <a:txBody>
                    <a:bodyPr/>
                    <a:lstStyle/>
                    <a:p>
                      <a:pPr algn="ctr">
                        <a:buNone/>
                      </a:pPr>
                      <a:r>
                        <a:rPr lang="en-IN" sz="1600"/>
                        <a:t>O0090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244706"/>
                  </a:ext>
                </a:extLst>
              </a:tr>
              <a:tr h="246356">
                <a:tc>
                  <a:txBody>
                    <a:bodyPr/>
                    <a:lstStyle/>
                    <a:p>
                      <a:pPr algn="ctr">
                        <a:buNone/>
                      </a:pPr>
                      <a:r>
                        <a:rPr lang="en-IN" sz="1600"/>
                        <a:t>O0091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811491"/>
                  </a:ext>
                </a:extLst>
              </a:tr>
              <a:tr h="246356">
                <a:tc>
                  <a:txBody>
                    <a:bodyPr/>
                    <a:lstStyle/>
                    <a:p>
                      <a:pPr algn="ctr">
                        <a:buNone/>
                      </a:pPr>
                      <a:r>
                        <a:rPr lang="en-IN" sz="1600"/>
                        <a:t>O0092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359338"/>
                  </a:ext>
                </a:extLst>
              </a:tr>
              <a:tr h="246356">
                <a:tc>
                  <a:txBody>
                    <a:bodyPr/>
                    <a:lstStyle/>
                    <a:p>
                      <a:pPr algn="ctr">
                        <a:buNone/>
                      </a:pPr>
                      <a:r>
                        <a:rPr lang="en-IN" sz="1600"/>
                        <a:t>O0093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20145"/>
                  </a:ext>
                </a:extLst>
              </a:tr>
              <a:tr h="246356">
                <a:tc>
                  <a:txBody>
                    <a:bodyPr/>
                    <a:lstStyle/>
                    <a:p>
                      <a:pPr algn="ctr">
                        <a:buNone/>
                      </a:pPr>
                      <a:r>
                        <a:rPr lang="en-IN" sz="1600"/>
                        <a:t>O0094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992246"/>
                  </a:ext>
                </a:extLst>
              </a:tr>
              <a:tr h="246356">
                <a:tc>
                  <a:txBody>
                    <a:bodyPr/>
                    <a:lstStyle/>
                    <a:p>
                      <a:pPr algn="ctr">
                        <a:buNone/>
                      </a:pPr>
                      <a:r>
                        <a:rPr lang="en-IN" sz="1600"/>
                        <a:t>O0095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084467"/>
                  </a:ext>
                </a:extLst>
              </a:tr>
              <a:tr h="246356">
                <a:tc>
                  <a:txBody>
                    <a:bodyPr/>
                    <a:lstStyle/>
                    <a:p>
                      <a:pPr algn="ctr">
                        <a:buNone/>
                      </a:pPr>
                      <a:r>
                        <a:rPr lang="en-IN" sz="1600"/>
                        <a:t>O0096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850820"/>
                  </a:ext>
                </a:extLst>
              </a:tr>
              <a:tr h="246356">
                <a:tc>
                  <a:txBody>
                    <a:bodyPr/>
                    <a:lstStyle/>
                    <a:p>
                      <a:pPr algn="ctr">
                        <a:buNone/>
                      </a:pPr>
                      <a:r>
                        <a:rPr lang="en-IN" sz="1600"/>
                        <a:t>O0097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277"/>
                  </a:ext>
                </a:extLst>
              </a:tr>
              <a:tr h="246356">
                <a:tc>
                  <a:txBody>
                    <a:bodyPr/>
                    <a:lstStyle/>
                    <a:p>
                      <a:pPr algn="ctr">
                        <a:buNone/>
                      </a:pPr>
                      <a:r>
                        <a:rPr lang="en-IN" sz="1600"/>
                        <a:t>O0098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650285"/>
                  </a:ext>
                </a:extLst>
              </a:tr>
              <a:tr h="246356">
                <a:tc>
                  <a:txBody>
                    <a:bodyPr/>
                    <a:lstStyle/>
                    <a:p>
                      <a:pPr algn="ctr">
                        <a:buNone/>
                      </a:pPr>
                      <a:r>
                        <a:rPr lang="en-IN" sz="1600"/>
                        <a:t>O0099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2123886"/>
                  </a:ext>
                </a:extLst>
              </a:tr>
              <a:tr h="246356">
                <a:tc>
                  <a:txBody>
                    <a:bodyPr/>
                    <a:lstStyle/>
                    <a:p>
                      <a:pPr algn="ctr">
                        <a:buNone/>
                      </a:pPr>
                      <a:r>
                        <a:rPr lang="en-IN" sz="1600"/>
                        <a:t>O0100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6704601"/>
                  </a:ext>
                </a:extLst>
              </a:tr>
              <a:tr h="246356">
                <a:tc>
                  <a:txBody>
                    <a:bodyPr/>
                    <a:lstStyle/>
                    <a:p>
                      <a:pPr algn="ctr">
                        <a:buNone/>
                      </a:pPr>
                      <a:r>
                        <a:rPr lang="en-IN" sz="1600"/>
                        <a:t>O0101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1648309"/>
                  </a:ext>
                </a:extLst>
              </a:tr>
              <a:tr h="246356">
                <a:tc>
                  <a:txBody>
                    <a:bodyPr/>
                    <a:lstStyle/>
                    <a:p>
                      <a:pPr algn="ctr">
                        <a:buNone/>
                      </a:pPr>
                      <a:r>
                        <a:rPr lang="en-IN" sz="1600"/>
                        <a:t>O0102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3828140"/>
                  </a:ext>
                </a:extLst>
              </a:tr>
              <a:tr h="246356">
                <a:tc>
                  <a:txBody>
                    <a:bodyPr/>
                    <a:lstStyle/>
                    <a:p>
                      <a:pPr algn="ctr">
                        <a:buNone/>
                      </a:pPr>
                      <a:r>
                        <a:rPr lang="en-IN" sz="1600"/>
                        <a:t>O0103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46475"/>
                  </a:ext>
                </a:extLst>
              </a:tr>
              <a:tr h="246356">
                <a:tc>
                  <a:txBody>
                    <a:bodyPr/>
                    <a:lstStyle/>
                    <a:p>
                      <a:pPr algn="ctr">
                        <a:buNone/>
                      </a:pPr>
                      <a:r>
                        <a:rPr lang="en-IN" sz="1600"/>
                        <a:t>O0104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9711"/>
                  </a:ext>
                </a:extLst>
              </a:tr>
              <a:tr h="246356">
                <a:tc>
                  <a:txBody>
                    <a:bodyPr/>
                    <a:lstStyle/>
                    <a:p>
                      <a:pPr algn="ctr">
                        <a:buNone/>
                      </a:pPr>
                      <a:r>
                        <a:rPr lang="en-IN" sz="1600"/>
                        <a:t>O0105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7083159"/>
                  </a:ext>
                </a:extLst>
              </a:tr>
              <a:tr h="246356">
                <a:tc>
                  <a:txBody>
                    <a:bodyPr/>
                    <a:lstStyle/>
                    <a:p>
                      <a:pPr algn="ctr">
                        <a:buNone/>
                      </a:pPr>
                      <a:r>
                        <a:rPr lang="en-IN" sz="1600"/>
                        <a:t>O0106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1331711"/>
                  </a:ext>
                </a:extLst>
              </a:tr>
              <a:tr h="246356">
                <a:tc>
                  <a:txBody>
                    <a:bodyPr/>
                    <a:lstStyle/>
                    <a:p>
                      <a:pPr algn="ctr">
                        <a:buNone/>
                      </a:pPr>
                      <a:r>
                        <a:rPr lang="en-IN" sz="1600"/>
                        <a:t>O0107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042511"/>
                  </a:ext>
                </a:extLst>
              </a:tr>
              <a:tr h="246356">
                <a:tc>
                  <a:txBody>
                    <a:bodyPr/>
                    <a:lstStyle/>
                    <a:p>
                      <a:pPr algn="ctr">
                        <a:buNone/>
                      </a:pPr>
                      <a:r>
                        <a:rPr lang="en-IN" sz="1600"/>
                        <a:t>O0108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6245094"/>
                  </a:ext>
                </a:extLst>
              </a:tr>
              <a:tr h="246356">
                <a:tc>
                  <a:txBody>
                    <a:bodyPr/>
                    <a:lstStyle/>
                    <a:p>
                      <a:pPr algn="ctr">
                        <a:buNone/>
                      </a:pPr>
                      <a:r>
                        <a:rPr lang="en-IN" sz="1600"/>
                        <a:t>O0109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661512"/>
                  </a:ext>
                </a:extLst>
              </a:tr>
              <a:tr h="246356">
                <a:tc>
                  <a:txBody>
                    <a:bodyPr/>
                    <a:lstStyle/>
                    <a:p>
                      <a:pPr algn="ctr">
                        <a:buNone/>
                      </a:pPr>
                      <a:r>
                        <a:rPr lang="en-IN" sz="1600"/>
                        <a:t>O0110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4712404"/>
                  </a:ext>
                </a:extLst>
              </a:tr>
              <a:tr h="246356">
                <a:tc>
                  <a:txBody>
                    <a:bodyPr/>
                    <a:lstStyle/>
                    <a:p>
                      <a:pPr algn="ctr">
                        <a:buNone/>
                      </a:pPr>
                      <a:r>
                        <a:rPr lang="en-IN" sz="1600"/>
                        <a:t>O0111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632604"/>
                  </a:ext>
                </a:extLst>
              </a:tr>
              <a:tr h="246356">
                <a:tc>
                  <a:txBody>
                    <a:bodyPr/>
                    <a:lstStyle/>
                    <a:p>
                      <a:pPr algn="ctr">
                        <a:buNone/>
                      </a:pPr>
                      <a:r>
                        <a:rPr lang="en-IN" sz="1600"/>
                        <a:t>O0112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4247533"/>
                  </a:ext>
                </a:extLst>
              </a:tr>
              <a:tr h="246356">
                <a:tc>
                  <a:txBody>
                    <a:bodyPr/>
                    <a:lstStyle/>
                    <a:p>
                      <a:pPr algn="ctr">
                        <a:buNone/>
                      </a:pPr>
                      <a:r>
                        <a:rPr lang="en-IN" sz="1600"/>
                        <a:t>O0113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7358037"/>
                  </a:ext>
                </a:extLst>
              </a:tr>
              <a:tr h="246356">
                <a:tc>
                  <a:txBody>
                    <a:bodyPr/>
                    <a:lstStyle/>
                    <a:p>
                      <a:pPr algn="ctr">
                        <a:buNone/>
                      </a:pPr>
                      <a:r>
                        <a:rPr lang="en-IN" sz="1600"/>
                        <a:t>O0114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9195228"/>
                  </a:ext>
                </a:extLst>
              </a:tr>
              <a:tr h="246356">
                <a:tc>
                  <a:txBody>
                    <a:bodyPr/>
                    <a:lstStyle/>
                    <a:p>
                      <a:pPr algn="ctr">
                        <a:buNone/>
                      </a:pPr>
                      <a:r>
                        <a:rPr lang="en-IN" sz="1600"/>
                        <a:t>O0115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1402261"/>
                  </a:ext>
                </a:extLst>
              </a:tr>
              <a:tr h="246356">
                <a:tc>
                  <a:txBody>
                    <a:bodyPr/>
                    <a:lstStyle/>
                    <a:p>
                      <a:pPr algn="ctr">
                        <a:buNone/>
                      </a:pPr>
                      <a:r>
                        <a:rPr lang="en-IN" sz="1600"/>
                        <a:t>O0116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391009"/>
                  </a:ext>
                </a:extLst>
              </a:tr>
              <a:tr h="246356">
                <a:tc>
                  <a:txBody>
                    <a:bodyPr/>
                    <a:lstStyle/>
                    <a:p>
                      <a:pPr algn="ctr">
                        <a:buNone/>
                      </a:pPr>
                      <a:r>
                        <a:rPr lang="en-IN" sz="1600"/>
                        <a:t>O0117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287371"/>
                  </a:ext>
                </a:extLst>
              </a:tr>
              <a:tr h="246356">
                <a:tc>
                  <a:txBody>
                    <a:bodyPr/>
                    <a:lstStyle/>
                    <a:p>
                      <a:pPr algn="ctr">
                        <a:buNone/>
                      </a:pPr>
                      <a:r>
                        <a:rPr lang="en-IN" sz="1600"/>
                        <a:t>O0118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466658"/>
                  </a:ext>
                </a:extLst>
              </a:tr>
              <a:tr h="246356">
                <a:tc>
                  <a:txBody>
                    <a:bodyPr/>
                    <a:lstStyle/>
                    <a:p>
                      <a:pPr algn="ctr">
                        <a:buNone/>
                      </a:pPr>
                      <a:r>
                        <a:rPr lang="en-IN" sz="1600"/>
                        <a:t>O0119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753604"/>
                  </a:ext>
                </a:extLst>
              </a:tr>
              <a:tr h="246356">
                <a:tc>
                  <a:txBody>
                    <a:bodyPr/>
                    <a:lstStyle/>
                    <a:p>
                      <a:pPr algn="ctr">
                        <a:buNone/>
                      </a:pPr>
                      <a:r>
                        <a:rPr lang="en-IN" sz="1600"/>
                        <a:t>O0120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7323631"/>
                  </a:ext>
                </a:extLst>
              </a:tr>
              <a:tr h="246356">
                <a:tc>
                  <a:txBody>
                    <a:bodyPr/>
                    <a:lstStyle/>
                    <a:p>
                      <a:pPr algn="ctr">
                        <a:buNone/>
                      </a:pPr>
                      <a:r>
                        <a:rPr lang="en-IN" sz="1600"/>
                        <a:t>O0121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629253"/>
                  </a:ext>
                </a:extLst>
              </a:tr>
              <a:tr h="246356">
                <a:tc>
                  <a:txBody>
                    <a:bodyPr/>
                    <a:lstStyle/>
                    <a:p>
                      <a:pPr algn="ctr">
                        <a:buNone/>
                      </a:pPr>
                      <a:r>
                        <a:rPr lang="en-IN" sz="1600"/>
                        <a:t>O0122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783143"/>
                  </a:ext>
                </a:extLst>
              </a:tr>
              <a:tr h="246356">
                <a:tc>
                  <a:txBody>
                    <a:bodyPr/>
                    <a:lstStyle/>
                    <a:p>
                      <a:pPr algn="ctr">
                        <a:buNone/>
                      </a:pPr>
                      <a:r>
                        <a:rPr lang="en-IN" sz="1600"/>
                        <a:t>O0123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3064194"/>
                  </a:ext>
                </a:extLst>
              </a:tr>
              <a:tr h="246356">
                <a:tc>
                  <a:txBody>
                    <a:bodyPr/>
                    <a:lstStyle/>
                    <a:p>
                      <a:pPr algn="ctr">
                        <a:buNone/>
                      </a:pPr>
                      <a:r>
                        <a:rPr lang="en-IN" sz="1600"/>
                        <a:t>O0124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5547703"/>
                  </a:ext>
                </a:extLst>
              </a:tr>
              <a:tr h="246356">
                <a:tc>
                  <a:txBody>
                    <a:bodyPr/>
                    <a:lstStyle/>
                    <a:p>
                      <a:pPr algn="ctr">
                        <a:buNone/>
                      </a:pPr>
                      <a:r>
                        <a:rPr lang="en-IN" sz="1600"/>
                        <a:t>O0125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35747"/>
                  </a:ext>
                </a:extLst>
              </a:tr>
              <a:tr h="246356">
                <a:tc>
                  <a:txBody>
                    <a:bodyPr/>
                    <a:lstStyle/>
                    <a:p>
                      <a:pPr algn="ctr">
                        <a:buNone/>
                      </a:pPr>
                      <a:r>
                        <a:rPr lang="en-IN" sz="1600"/>
                        <a:t>O0126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0954675"/>
                  </a:ext>
                </a:extLst>
              </a:tr>
              <a:tr h="246356">
                <a:tc>
                  <a:txBody>
                    <a:bodyPr/>
                    <a:lstStyle/>
                    <a:p>
                      <a:pPr algn="ctr">
                        <a:buNone/>
                      </a:pPr>
                      <a:r>
                        <a:rPr lang="en-IN" sz="1600"/>
                        <a:t>O0127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897467"/>
                  </a:ext>
                </a:extLst>
              </a:tr>
              <a:tr h="246356">
                <a:tc>
                  <a:txBody>
                    <a:bodyPr/>
                    <a:lstStyle/>
                    <a:p>
                      <a:pPr algn="ctr">
                        <a:buNone/>
                      </a:pPr>
                      <a:r>
                        <a:rPr lang="en-IN" sz="1600"/>
                        <a:t>O0128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082242"/>
                  </a:ext>
                </a:extLst>
              </a:tr>
              <a:tr h="246356">
                <a:tc>
                  <a:txBody>
                    <a:bodyPr/>
                    <a:lstStyle/>
                    <a:p>
                      <a:pPr algn="ctr">
                        <a:buNone/>
                      </a:pPr>
                      <a:r>
                        <a:rPr lang="en-IN" sz="1600"/>
                        <a:t>O0129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6098529"/>
                  </a:ext>
                </a:extLst>
              </a:tr>
              <a:tr h="246356">
                <a:tc>
                  <a:txBody>
                    <a:bodyPr/>
                    <a:lstStyle/>
                    <a:p>
                      <a:pPr algn="ctr">
                        <a:buNone/>
                      </a:pPr>
                      <a:r>
                        <a:rPr lang="en-IN" sz="1600"/>
                        <a:t>O0130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0687465"/>
                  </a:ext>
                </a:extLst>
              </a:tr>
              <a:tr h="246356">
                <a:tc>
                  <a:txBody>
                    <a:bodyPr/>
                    <a:lstStyle/>
                    <a:p>
                      <a:pPr algn="ctr">
                        <a:buNone/>
                      </a:pPr>
                      <a:r>
                        <a:rPr lang="en-IN" sz="1600"/>
                        <a:t>O0131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3648832"/>
                  </a:ext>
                </a:extLst>
              </a:tr>
              <a:tr h="246356">
                <a:tc>
                  <a:txBody>
                    <a:bodyPr/>
                    <a:lstStyle/>
                    <a:p>
                      <a:pPr algn="ctr">
                        <a:buNone/>
                      </a:pPr>
                      <a:r>
                        <a:rPr lang="en-IN" sz="1600"/>
                        <a:t>O0132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2954274"/>
                  </a:ext>
                </a:extLst>
              </a:tr>
              <a:tr h="246356">
                <a:tc>
                  <a:txBody>
                    <a:bodyPr/>
                    <a:lstStyle/>
                    <a:p>
                      <a:pPr algn="ctr">
                        <a:buNone/>
                      </a:pPr>
                      <a:r>
                        <a:rPr lang="en-IN" sz="1600"/>
                        <a:t>O0133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630943"/>
                  </a:ext>
                </a:extLst>
              </a:tr>
              <a:tr h="246356">
                <a:tc>
                  <a:txBody>
                    <a:bodyPr/>
                    <a:lstStyle/>
                    <a:p>
                      <a:pPr algn="ctr">
                        <a:buNone/>
                      </a:pPr>
                      <a:r>
                        <a:rPr lang="en-IN" sz="1600"/>
                        <a:t>O0134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8961227"/>
                  </a:ext>
                </a:extLst>
              </a:tr>
              <a:tr h="246356">
                <a:tc>
                  <a:txBody>
                    <a:bodyPr/>
                    <a:lstStyle/>
                    <a:p>
                      <a:pPr algn="ctr">
                        <a:buNone/>
                      </a:pPr>
                      <a:r>
                        <a:rPr lang="en-IN" sz="1600"/>
                        <a:t>O0135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430328"/>
                  </a:ext>
                </a:extLst>
              </a:tr>
              <a:tr h="246356">
                <a:tc>
                  <a:txBody>
                    <a:bodyPr/>
                    <a:lstStyle/>
                    <a:p>
                      <a:pPr algn="ctr">
                        <a:buNone/>
                      </a:pPr>
                      <a:r>
                        <a:rPr lang="en-IN" sz="1600"/>
                        <a:t>O0136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036927"/>
                  </a:ext>
                </a:extLst>
              </a:tr>
              <a:tr h="246356">
                <a:tc>
                  <a:txBody>
                    <a:bodyPr/>
                    <a:lstStyle/>
                    <a:p>
                      <a:pPr algn="ctr">
                        <a:buNone/>
                      </a:pPr>
                      <a:r>
                        <a:rPr lang="en-IN" sz="1600"/>
                        <a:t>O0137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50289"/>
                  </a:ext>
                </a:extLst>
              </a:tr>
              <a:tr h="246356">
                <a:tc>
                  <a:txBody>
                    <a:bodyPr/>
                    <a:lstStyle/>
                    <a:p>
                      <a:pPr algn="ctr">
                        <a:buNone/>
                      </a:pPr>
                      <a:r>
                        <a:rPr lang="en-IN" sz="1600"/>
                        <a:t>O0138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255208"/>
                  </a:ext>
                </a:extLst>
              </a:tr>
              <a:tr h="246356">
                <a:tc>
                  <a:txBody>
                    <a:bodyPr/>
                    <a:lstStyle/>
                    <a:p>
                      <a:pPr algn="ctr">
                        <a:buNone/>
                      </a:pPr>
                      <a:r>
                        <a:rPr lang="en-IN" sz="1600"/>
                        <a:t>O0139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350575"/>
                  </a:ext>
                </a:extLst>
              </a:tr>
              <a:tr h="246356">
                <a:tc>
                  <a:txBody>
                    <a:bodyPr/>
                    <a:lstStyle/>
                    <a:p>
                      <a:pPr algn="ctr">
                        <a:buNone/>
                      </a:pPr>
                      <a:r>
                        <a:rPr lang="en-IN" sz="1600"/>
                        <a:t>O0140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9669601"/>
                  </a:ext>
                </a:extLst>
              </a:tr>
              <a:tr h="246356">
                <a:tc>
                  <a:txBody>
                    <a:bodyPr/>
                    <a:lstStyle/>
                    <a:p>
                      <a:pPr algn="ctr">
                        <a:buNone/>
                      </a:pPr>
                      <a:r>
                        <a:rPr lang="en-IN" sz="1600"/>
                        <a:t>O0141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4510518"/>
                  </a:ext>
                </a:extLst>
              </a:tr>
              <a:tr h="246356">
                <a:tc>
                  <a:txBody>
                    <a:bodyPr/>
                    <a:lstStyle/>
                    <a:p>
                      <a:pPr algn="ctr">
                        <a:buNone/>
                      </a:pPr>
                      <a:r>
                        <a:rPr lang="en-IN" sz="1600"/>
                        <a:t>O0142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57196"/>
                  </a:ext>
                </a:extLst>
              </a:tr>
              <a:tr h="246356">
                <a:tc>
                  <a:txBody>
                    <a:bodyPr/>
                    <a:lstStyle/>
                    <a:p>
                      <a:pPr algn="ctr">
                        <a:buNone/>
                      </a:pPr>
                      <a:r>
                        <a:rPr lang="en-IN" sz="1600"/>
                        <a:t>O0143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4259744"/>
                  </a:ext>
                </a:extLst>
              </a:tr>
              <a:tr h="246356">
                <a:tc>
                  <a:txBody>
                    <a:bodyPr/>
                    <a:lstStyle/>
                    <a:p>
                      <a:pPr algn="ctr">
                        <a:buNone/>
                      </a:pPr>
                      <a:r>
                        <a:rPr lang="en-IN" sz="1600"/>
                        <a:t>O0144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155394"/>
                  </a:ext>
                </a:extLst>
              </a:tr>
              <a:tr h="246356">
                <a:tc>
                  <a:txBody>
                    <a:bodyPr/>
                    <a:lstStyle/>
                    <a:p>
                      <a:pPr algn="ctr">
                        <a:buNone/>
                      </a:pPr>
                      <a:r>
                        <a:rPr lang="en-IN" sz="1600"/>
                        <a:t>O0145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2857760"/>
                  </a:ext>
                </a:extLst>
              </a:tr>
              <a:tr h="246356">
                <a:tc>
                  <a:txBody>
                    <a:bodyPr/>
                    <a:lstStyle/>
                    <a:p>
                      <a:pPr algn="ctr">
                        <a:buNone/>
                      </a:pPr>
                      <a:r>
                        <a:rPr lang="en-IN" sz="1600"/>
                        <a:t>O0146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187978"/>
                  </a:ext>
                </a:extLst>
              </a:tr>
              <a:tr h="246356">
                <a:tc>
                  <a:txBody>
                    <a:bodyPr/>
                    <a:lstStyle/>
                    <a:p>
                      <a:pPr algn="ctr">
                        <a:buNone/>
                      </a:pPr>
                      <a:r>
                        <a:rPr lang="en-IN" sz="1600"/>
                        <a:t>O0147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951625"/>
                  </a:ext>
                </a:extLst>
              </a:tr>
              <a:tr h="246356">
                <a:tc>
                  <a:txBody>
                    <a:bodyPr/>
                    <a:lstStyle/>
                    <a:p>
                      <a:pPr algn="ctr">
                        <a:buNone/>
                      </a:pPr>
                      <a:r>
                        <a:rPr lang="en-IN" sz="1600"/>
                        <a:t>O0148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5987115"/>
                  </a:ext>
                </a:extLst>
              </a:tr>
              <a:tr h="246356">
                <a:tc>
                  <a:txBody>
                    <a:bodyPr/>
                    <a:lstStyle/>
                    <a:p>
                      <a:pPr algn="ctr">
                        <a:buNone/>
                      </a:pPr>
                      <a:r>
                        <a:rPr lang="en-IN" sz="1600"/>
                        <a:t>O0149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3944846"/>
                  </a:ext>
                </a:extLst>
              </a:tr>
              <a:tr h="246356">
                <a:tc>
                  <a:txBody>
                    <a:bodyPr/>
                    <a:lstStyle/>
                    <a:p>
                      <a:pPr algn="ctr">
                        <a:buNone/>
                      </a:pPr>
                      <a:r>
                        <a:rPr lang="en-IN" sz="1600"/>
                        <a:t>O0150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1140416"/>
                  </a:ext>
                </a:extLst>
              </a:tr>
              <a:tr h="246356">
                <a:tc>
                  <a:txBody>
                    <a:bodyPr/>
                    <a:lstStyle/>
                    <a:p>
                      <a:pPr algn="ctr">
                        <a:buNone/>
                      </a:pPr>
                      <a:r>
                        <a:rPr lang="en-IN" sz="1600"/>
                        <a:t>O0151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7188335"/>
                  </a:ext>
                </a:extLst>
              </a:tr>
              <a:tr h="246356">
                <a:tc>
                  <a:txBody>
                    <a:bodyPr/>
                    <a:lstStyle/>
                    <a:p>
                      <a:pPr algn="ctr">
                        <a:buNone/>
                      </a:pPr>
                      <a:r>
                        <a:rPr lang="en-IN" sz="1600"/>
                        <a:t>O0152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1748791"/>
                  </a:ext>
                </a:extLst>
              </a:tr>
              <a:tr h="246356">
                <a:tc>
                  <a:txBody>
                    <a:bodyPr/>
                    <a:lstStyle/>
                    <a:p>
                      <a:pPr algn="ctr">
                        <a:buNone/>
                      </a:pPr>
                      <a:r>
                        <a:rPr lang="en-IN" sz="1600"/>
                        <a:t>O0153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8981412"/>
                  </a:ext>
                </a:extLst>
              </a:tr>
              <a:tr h="246356">
                <a:tc>
                  <a:txBody>
                    <a:bodyPr/>
                    <a:lstStyle/>
                    <a:p>
                      <a:pPr algn="ctr">
                        <a:buNone/>
                      </a:pPr>
                      <a:r>
                        <a:rPr lang="en-IN" sz="1600"/>
                        <a:t>O0154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158088"/>
                  </a:ext>
                </a:extLst>
              </a:tr>
              <a:tr h="246356">
                <a:tc>
                  <a:txBody>
                    <a:bodyPr/>
                    <a:lstStyle/>
                    <a:p>
                      <a:pPr algn="ctr">
                        <a:buNone/>
                      </a:pPr>
                      <a:r>
                        <a:rPr lang="en-IN" sz="1600"/>
                        <a:t>O0155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102977"/>
                  </a:ext>
                </a:extLst>
              </a:tr>
              <a:tr h="246356">
                <a:tc>
                  <a:txBody>
                    <a:bodyPr/>
                    <a:lstStyle/>
                    <a:p>
                      <a:pPr algn="ctr">
                        <a:buNone/>
                      </a:pPr>
                      <a:r>
                        <a:rPr lang="en-IN" sz="1600"/>
                        <a:t>O0156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789244"/>
                  </a:ext>
                </a:extLst>
              </a:tr>
              <a:tr h="246356">
                <a:tc>
                  <a:txBody>
                    <a:bodyPr/>
                    <a:lstStyle/>
                    <a:p>
                      <a:pPr algn="ctr">
                        <a:buNone/>
                      </a:pPr>
                      <a:r>
                        <a:rPr lang="en-IN" sz="1600"/>
                        <a:t>O0157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027582"/>
                  </a:ext>
                </a:extLst>
              </a:tr>
              <a:tr h="246356">
                <a:tc>
                  <a:txBody>
                    <a:bodyPr/>
                    <a:lstStyle/>
                    <a:p>
                      <a:pPr algn="ctr">
                        <a:buNone/>
                      </a:pPr>
                      <a:r>
                        <a:rPr lang="en-IN" sz="1600"/>
                        <a:t>O0158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6917919"/>
                  </a:ext>
                </a:extLst>
              </a:tr>
              <a:tr h="246356">
                <a:tc>
                  <a:txBody>
                    <a:bodyPr/>
                    <a:lstStyle/>
                    <a:p>
                      <a:pPr algn="ctr">
                        <a:buNone/>
                      </a:pPr>
                      <a:r>
                        <a:rPr lang="en-IN" sz="1600"/>
                        <a:t>O0159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1378250"/>
                  </a:ext>
                </a:extLst>
              </a:tr>
              <a:tr h="246356">
                <a:tc>
                  <a:txBody>
                    <a:bodyPr/>
                    <a:lstStyle/>
                    <a:p>
                      <a:pPr algn="ctr">
                        <a:buNone/>
                      </a:pPr>
                      <a:r>
                        <a:rPr lang="en-IN" sz="1600"/>
                        <a:t>O0160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054284"/>
                  </a:ext>
                </a:extLst>
              </a:tr>
              <a:tr h="246356">
                <a:tc>
                  <a:txBody>
                    <a:bodyPr/>
                    <a:lstStyle/>
                    <a:p>
                      <a:pPr algn="ctr">
                        <a:buNone/>
                      </a:pPr>
                      <a:r>
                        <a:rPr lang="en-IN" sz="1600"/>
                        <a:t>O0161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5545699"/>
                  </a:ext>
                </a:extLst>
              </a:tr>
              <a:tr h="246356">
                <a:tc>
                  <a:txBody>
                    <a:bodyPr/>
                    <a:lstStyle/>
                    <a:p>
                      <a:pPr algn="ctr">
                        <a:buNone/>
                      </a:pPr>
                      <a:r>
                        <a:rPr lang="en-IN" sz="1600"/>
                        <a:t>O0162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6154969"/>
                  </a:ext>
                </a:extLst>
              </a:tr>
              <a:tr h="246356">
                <a:tc>
                  <a:txBody>
                    <a:bodyPr/>
                    <a:lstStyle/>
                    <a:p>
                      <a:pPr algn="ctr">
                        <a:buNone/>
                      </a:pPr>
                      <a:r>
                        <a:rPr lang="en-IN" sz="1600"/>
                        <a:t>O0163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2651761"/>
                  </a:ext>
                </a:extLst>
              </a:tr>
              <a:tr h="246356">
                <a:tc>
                  <a:txBody>
                    <a:bodyPr/>
                    <a:lstStyle/>
                    <a:p>
                      <a:pPr algn="ctr">
                        <a:buNone/>
                      </a:pPr>
                      <a:r>
                        <a:rPr lang="en-IN" sz="1600"/>
                        <a:t>O0164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501808"/>
                  </a:ext>
                </a:extLst>
              </a:tr>
              <a:tr h="246356">
                <a:tc>
                  <a:txBody>
                    <a:bodyPr/>
                    <a:lstStyle/>
                    <a:p>
                      <a:pPr algn="ctr">
                        <a:buNone/>
                      </a:pPr>
                      <a:r>
                        <a:rPr lang="en-IN" sz="1600"/>
                        <a:t>O0165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8772971"/>
                  </a:ext>
                </a:extLst>
              </a:tr>
              <a:tr h="246356">
                <a:tc>
                  <a:txBody>
                    <a:bodyPr/>
                    <a:lstStyle/>
                    <a:p>
                      <a:pPr algn="ctr">
                        <a:buNone/>
                      </a:pPr>
                      <a:r>
                        <a:rPr lang="en-IN" sz="1600"/>
                        <a:t>O0166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7191207"/>
                  </a:ext>
                </a:extLst>
              </a:tr>
              <a:tr h="246356">
                <a:tc>
                  <a:txBody>
                    <a:bodyPr/>
                    <a:lstStyle/>
                    <a:p>
                      <a:pPr algn="ctr">
                        <a:buNone/>
                      </a:pPr>
                      <a:r>
                        <a:rPr lang="en-IN" sz="1600"/>
                        <a:t>O0167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0177340"/>
                  </a:ext>
                </a:extLst>
              </a:tr>
              <a:tr h="246356">
                <a:tc>
                  <a:txBody>
                    <a:bodyPr/>
                    <a:lstStyle/>
                    <a:p>
                      <a:pPr algn="ctr">
                        <a:buNone/>
                      </a:pPr>
                      <a:r>
                        <a:rPr lang="en-IN" sz="1600"/>
                        <a:t>O0168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5871151"/>
                  </a:ext>
                </a:extLst>
              </a:tr>
              <a:tr h="246356">
                <a:tc>
                  <a:txBody>
                    <a:bodyPr/>
                    <a:lstStyle/>
                    <a:p>
                      <a:pPr algn="ctr">
                        <a:buNone/>
                      </a:pPr>
                      <a:r>
                        <a:rPr lang="en-IN" sz="1600"/>
                        <a:t>O0169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0565672"/>
                  </a:ext>
                </a:extLst>
              </a:tr>
              <a:tr h="246356">
                <a:tc>
                  <a:txBody>
                    <a:bodyPr/>
                    <a:lstStyle/>
                    <a:p>
                      <a:pPr algn="ctr">
                        <a:buNone/>
                      </a:pPr>
                      <a:r>
                        <a:rPr lang="en-IN" sz="1600"/>
                        <a:t>O0170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2567880"/>
                  </a:ext>
                </a:extLst>
              </a:tr>
              <a:tr h="246356">
                <a:tc>
                  <a:txBody>
                    <a:bodyPr/>
                    <a:lstStyle/>
                    <a:p>
                      <a:pPr algn="ctr">
                        <a:buNone/>
                      </a:pPr>
                      <a:r>
                        <a:rPr lang="en-IN" sz="1600"/>
                        <a:t>O0171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4417340"/>
                  </a:ext>
                </a:extLst>
              </a:tr>
              <a:tr h="246356">
                <a:tc>
                  <a:txBody>
                    <a:bodyPr/>
                    <a:lstStyle/>
                    <a:p>
                      <a:pPr algn="ctr">
                        <a:buNone/>
                      </a:pPr>
                      <a:r>
                        <a:rPr lang="en-IN" sz="1600"/>
                        <a:t>O0172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3586533"/>
                  </a:ext>
                </a:extLst>
              </a:tr>
              <a:tr h="246356">
                <a:tc>
                  <a:txBody>
                    <a:bodyPr/>
                    <a:lstStyle/>
                    <a:p>
                      <a:pPr algn="ctr">
                        <a:buNone/>
                      </a:pPr>
                      <a:r>
                        <a:rPr lang="en-IN" sz="1600"/>
                        <a:t>O0173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8647759"/>
                  </a:ext>
                </a:extLst>
              </a:tr>
              <a:tr h="246356">
                <a:tc>
                  <a:txBody>
                    <a:bodyPr/>
                    <a:lstStyle/>
                    <a:p>
                      <a:pPr algn="ctr">
                        <a:buNone/>
                      </a:pPr>
                      <a:r>
                        <a:rPr lang="en-IN" sz="1600"/>
                        <a:t>O0174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9023379"/>
                  </a:ext>
                </a:extLst>
              </a:tr>
              <a:tr h="246356">
                <a:tc>
                  <a:txBody>
                    <a:bodyPr/>
                    <a:lstStyle/>
                    <a:p>
                      <a:pPr algn="ctr">
                        <a:buNone/>
                      </a:pPr>
                      <a:r>
                        <a:rPr lang="en-IN" sz="1600"/>
                        <a:t>O0175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9973612"/>
                  </a:ext>
                </a:extLst>
              </a:tr>
              <a:tr h="246356">
                <a:tc>
                  <a:txBody>
                    <a:bodyPr/>
                    <a:lstStyle/>
                    <a:p>
                      <a:pPr algn="ctr">
                        <a:buNone/>
                      </a:pPr>
                      <a:r>
                        <a:rPr lang="en-IN" sz="1600"/>
                        <a:t>O0176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956619"/>
                  </a:ext>
                </a:extLst>
              </a:tr>
              <a:tr h="246356">
                <a:tc>
                  <a:txBody>
                    <a:bodyPr/>
                    <a:lstStyle/>
                    <a:p>
                      <a:pPr algn="ctr">
                        <a:buNone/>
                      </a:pPr>
                      <a:r>
                        <a:rPr lang="en-IN" sz="1600"/>
                        <a:t>O0177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7667179"/>
                  </a:ext>
                </a:extLst>
              </a:tr>
              <a:tr h="246356">
                <a:tc>
                  <a:txBody>
                    <a:bodyPr/>
                    <a:lstStyle/>
                    <a:p>
                      <a:pPr algn="ctr">
                        <a:buNone/>
                      </a:pPr>
                      <a:r>
                        <a:rPr lang="en-IN" sz="1600"/>
                        <a:t>O0178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0203959"/>
                  </a:ext>
                </a:extLst>
              </a:tr>
              <a:tr h="246356">
                <a:tc>
                  <a:txBody>
                    <a:bodyPr/>
                    <a:lstStyle/>
                    <a:p>
                      <a:pPr algn="ctr">
                        <a:buNone/>
                      </a:pPr>
                      <a:r>
                        <a:rPr lang="en-IN" sz="1600"/>
                        <a:t>O0179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072075"/>
                  </a:ext>
                </a:extLst>
              </a:tr>
              <a:tr h="246356">
                <a:tc>
                  <a:txBody>
                    <a:bodyPr/>
                    <a:lstStyle/>
                    <a:p>
                      <a:pPr algn="ctr">
                        <a:buNone/>
                      </a:pPr>
                      <a:r>
                        <a:rPr lang="en-IN" sz="1600"/>
                        <a:t>O0180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9117907"/>
                  </a:ext>
                </a:extLst>
              </a:tr>
              <a:tr h="246356">
                <a:tc>
                  <a:txBody>
                    <a:bodyPr/>
                    <a:lstStyle/>
                    <a:p>
                      <a:pPr algn="ctr">
                        <a:buNone/>
                      </a:pPr>
                      <a:r>
                        <a:rPr lang="en-IN" sz="1600"/>
                        <a:t>O0181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689759"/>
                  </a:ext>
                </a:extLst>
              </a:tr>
              <a:tr h="246356">
                <a:tc>
                  <a:txBody>
                    <a:bodyPr/>
                    <a:lstStyle/>
                    <a:p>
                      <a:pPr algn="ctr">
                        <a:buNone/>
                      </a:pPr>
                      <a:r>
                        <a:rPr lang="en-IN" sz="1600"/>
                        <a:t>O0182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7915309"/>
                  </a:ext>
                </a:extLst>
              </a:tr>
              <a:tr h="246356">
                <a:tc>
                  <a:txBody>
                    <a:bodyPr/>
                    <a:lstStyle/>
                    <a:p>
                      <a:pPr algn="ctr">
                        <a:buNone/>
                      </a:pPr>
                      <a:r>
                        <a:rPr lang="en-IN" sz="1600"/>
                        <a:t>O0183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105"/>
                  </a:ext>
                </a:extLst>
              </a:tr>
              <a:tr h="246356">
                <a:tc>
                  <a:txBody>
                    <a:bodyPr/>
                    <a:lstStyle/>
                    <a:p>
                      <a:pPr algn="ctr">
                        <a:buNone/>
                      </a:pPr>
                      <a:r>
                        <a:rPr lang="en-IN" sz="1600"/>
                        <a:t>O0184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6725580"/>
                  </a:ext>
                </a:extLst>
              </a:tr>
              <a:tr h="246356">
                <a:tc>
                  <a:txBody>
                    <a:bodyPr/>
                    <a:lstStyle/>
                    <a:p>
                      <a:pPr algn="ctr">
                        <a:buNone/>
                      </a:pPr>
                      <a:r>
                        <a:rPr lang="en-IN" sz="1600"/>
                        <a:t>O0185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4960138"/>
                  </a:ext>
                </a:extLst>
              </a:tr>
              <a:tr h="246356">
                <a:tc>
                  <a:txBody>
                    <a:bodyPr/>
                    <a:lstStyle/>
                    <a:p>
                      <a:pPr algn="ctr">
                        <a:buNone/>
                      </a:pPr>
                      <a:r>
                        <a:rPr lang="en-IN" sz="1600"/>
                        <a:t>O0186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297610"/>
                  </a:ext>
                </a:extLst>
              </a:tr>
              <a:tr h="246356">
                <a:tc>
                  <a:txBody>
                    <a:bodyPr/>
                    <a:lstStyle/>
                    <a:p>
                      <a:pPr algn="ctr">
                        <a:buNone/>
                      </a:pPr>
                      <a:r>
                        <a:rPr lang="en-IN" sz="1600"/>
                        <a:t>O0187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8183209"/>
                  </a:ext>
                </a:extLst>
              </a:tr>
              <a:tr h="246356">
                <a:tc>
                  <a:txBody>
                    <a:bodyPr/>
                    <a:lstStyle/>
                    <a:p>
                      <a:pPr algn="ctr">
                        <a:buNone/>
                      </a:pPr>
                      <a:r>
                        <a:rPr lang="en-IN" sz="1600"/>
                        <a:t>O0188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693453"/>
                  </a:ext>
                </a:extLst>
              </a:tr>
              <a:tr h="246356">
                <a:tc>
                  <a:txBody>
                    <a:bodyPr/>
                    <a:lstStyle/>
                    <a:p>
                      <a:pPr algn="ctr">
                        <a:buNone/>
                      </a:pPr>
                      <a:r>
                        <a:rPr lang="en-IN" sz="1600"/>
                        <a:t>O0189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19482"/>
                  </a:ext>
                </a:extLst>
              </a:tr>
              <a:tr h="246356">
                <a:tc>
                  <a:txBody>
                    <a:bodyPr/>
                    <a:lstStyle/>
                    <a:p>
                      <a:pPr algn="ctr">
                        <a:buNone/>
                      </a:pPr>
                      <a:r>
                        <a:rPr lang="en-IN" sz="1600"/>
                        <a:t>O0190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230291"/>
                  </a:ext>
                </a:extLst>
              </a:tr>
              <a:tr h="246356">
                <a:tc>
                  <a:txBody>
                    <a:bodyPr/>
                    <a:lstStyle/>
                    <a:p>
                      <a:pPr algn="ctr">
                        <a:buNone/>
                      </a:pPr>
                      <a:r>
                        <a:rPr lang="en-IN" sz="1600"/>
                        <a:t>O0191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6724129"/>
                  </a:ext>
                </a:extLst>
              </a:tr>
              <a:tr h="246356">
                <a:tc>
                  <a:txBody>
                    <a:bodyPr/>
                    <a:lstStyle/>
                    <a:p>
                      <a:pPr algn="ctr">
                        <a:buNone/>
                      </a:pPr>
                      <a:r>
                        <a:rPr lang="en-IN" sz="1600"/>
                        <a:t>O0192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445027"/>
                  </a:ext>
                </a:extLst>
              </a:tr>
              <a:tr h="246356">
                <a:tc>
                  <a:txBody>
                    <a:bodyPr/>
                    <a:lstStyle/>
                    <a:p>
                      <a:pPr algn="ctr">
                        <a:buNone/>
                      </a:pPr>
                      <a:r>
                        <a:rPr lang="en-IN" sz="1600"/>
                        <a:t>O0193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6486580"/>
                  </a:ext>
                </a:extLst>
              </a:tr>
              <a:tr h="246356">
                <a:tc>
                  <a:txBody>
                    <a:bodyPr/>
                    <a:lstStyle/>
                    <a:p>
                      <a:pPr algn="ctr">
                        <a:buNone/>
                      </a:pPr>
                      <a:r>
                        <a:rPr lang="en-IN" sz="1600"/>
                        <a:t>O0194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801020"/>
                  </a:ext>
                </a:extLst>
              </a:tr>
              <a:tr h="246356">
                <a:tc>
                  <a:txBody>
                    <a:bodyPr/>
                    <a:lstStyle/>
                    <a:p>
                      <a:pPr algn="ctr">
                        <a:buNone/>
                      </a:pPr>
                      <a:r>
                        <a:rPr lang="en-IN" sz="1600"/>
                        <a:t>O0195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021156"/>
                  </a:ext>
                </a:extLst>
              </a:tr>
              <a:tr h="246356">
                <a:tc>
                  <a:txBody>
                    <a:bodyPr/>
                    <a:lstStyle/>
                    <a:p>
                      <a:pPr algn="ctr">
                        <a:buNone/>
                      </a:pPr>
                      <a:r>
                        <a:rPr lang="en-IN" sz="1600"/>
                        <a:t>O0196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316920"/>
                  </a:ext>
                </a:extLst>
              </a:tr>
              <a:tr h="246356">
                <a:tc>
                  <a:txBody>
                    <a:bodyPr/>
                    <a:lstStyle/>
                    <a:p>
                      <a:pPr algn="ctr">
                        <a:buNone/>
                      </a:pPr>
                      <a:r>
                        <a:rPr lang="en-IN" sz="1600"/>
                        <a:t>O0197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9592666"/>
                  </a:ext>
                </a:extLst>
              </a:tr>
              <a:tr h="246356">
                <a:tc>
                  <a:txBody>
                    <a:bodyPr/>
                    <a:lstStyle/>
                    <a:p>
                      <a:pPr algn="ctr">
                        <a:buNone/>
                      </a:pPr>
                      <a:r>
                        <a:rPr lang="en-IN" sz="1600"/>
                        <a:t>O0198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803080"/>
                  </a:ext>
                </a:extLst>
              </a:tr>
              <a:tr h="246356">
                <a:tc>
                  <a:txBody>
                    <a:bodyPr/>
                    <a:lstStyle/>
                    <a:p>
                      <a:pPr algn="ctr">
                        <a:buNone/>
                      </a:pPr>
                      <a:r>
                        <a:rPr lang="en-IN" sz="1600"/>
                        <a:t>O0199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435119"/>
                  </a:ext>
                </a:extLst>
              </a:tr>
              <a:tr h="246356">
                <a:tc>
                  <a:txBody>
                    <a:bodyPr/>
                    <a:lstStyle/>
                    <a:p>
                      <a:pPr algn="ctr">
                        <a:buNone/>
                      </a:pPr>
                      <a:r>
                        <a:rPr lang="en-IN" sz="1600"/>
                        <a:t>O0200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465127"/>
                  </a:ext>
                </a:extLst>
              </a:tr>
              <a:tr h="246356">
                <a:tc>
                  <a:txBody>
                    <a:bodyPr/>
                    <a:lstStyle/>
                    <a:p>
                      <a:pPr algn="ctr">
                        <a:buNone/>
                      </a:pPr>
                      <a:r>
                        <a:rPr lang="en-IN" sz="1600"/>
                        <a:t>O0201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7673769"/>
                  </a:ext>
                </a:extLst>
              </a:tr>
              <a:tr h="246356">
                <a:tc>
                  <a:txBody>
                    <a:bodyPr/>
                    <a:lstStyle/>
                    <a:p>
                      <a:pPr algn="ctr">
                        <a:buNone/>
                      </a:pPr>
                      <a:r>
                        <a:rPr lang="en-IN" sz="1600"/>
                        <a:t>O0202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1430641"/>
                  </a:ext>
                </a:extLst>
              </a:tr>
              <a:tr h="246356">
                <a:tc>
                  <a:txBody>
                    <a:bodyPr/>
                    <a:lstStyle/>
                    <a:p>
                      <a:pPr algn="ctr">
                        <a:buNone/>
                      </a:pPr>
                      <a:r>
                        <a:rPr lang="en-IN" sz="1600"/>
                        <a:t>O0203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8734652"/>
                  </a:ext>
                </a:extLst>
              </a:tr>
              <a:tr h="246356">
                <a:tc>
                  <a:txBody>
                    <a:bodyPr/>
                    <a:lstStyle/>
                    <a:p>
                      <a:pPr algn="ctr">
                        <a:buNone/>
                      </a:pPr>
                      <a:r>
                        <a:rPr lang="en-IN" sz="1600"/>
                        <a:t>O0204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5190712"/>
                  </a:ext>
                </a:extLst>
              </a:tr>
              <a:tr h="246356">
                <a:tc>
                  <a:txBody>
                    <a:bodyPr/>
                    <a:lstStyle/>
                    <a:p>
                      <a:pPr algn="ctr">
                        <a:buNone/>
                      </a:pPr>
                      <a:r>
                        <a:rPr lang="en-IN" sz="1600"/>
                        <a:t>O0205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5596069"/>
                  </a:ext>
                </a:extLst>
              </a:tr>
              <a:tr h="246356">
                <a:tc>
                  <a:txBody>
                    <a:bodyPr/>
                    <a:lstStyle/>
                    <a:p>
                      <a:pPr algn="ctr">
                        <a:buNone/>
                      </a:pPr>
                      <a:r>
                        <a:rPr lang="en-IN" sz="1600"/>
                        <a:t>O0206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140212"/>
                  </a:ext>
                </a:extLst>
              </a:tr>
              <a:tr h="246356">
                <a:tc>
                  <a:txBody>
                    <a:bodyPr/>
                    <a:lstStyle/>
                    <a:p>
                      <a:pPr algn="ctr">
                        <a:buNone/>
                      </a:pPr>
                      <a:r>
                        <a:rPr lang="en-IN" sz="1600"/>
                        <a:t>O0207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2204386"/>
                  </a:ext>
                </a:extLst>
              </a:tr>
              <a:tr h="246356">
                <a:tc>
                  <a:txBody>
                    <a:bodyPr/>
                    <a:lstStyle/>
                    <a:p>
                      <a:pPr algn="ctr">
                        <a:buNone/>
                      </a:pPr>
                      <a:r>
                        <a:rPr lang="en-IN" sz="1600"/>
                        <a:t>O0208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716137"/>
                  </a:ext>
                </a:extLst>
              </a:tr>
              <a:tr h="246356">
                <a:tc>
                  <a:txBody>
                    <a:bodyPr/>
                    <a:lstStyle/>
                    <a:p>
                      <a:pPr algn="ctr">
                        <a:buNone/>
                      </a:pPr>
                      <a:r>
                        <a:rPr lang="en-IN" sz="1600"/>
                        <a:t>O0209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6963652"/>
                  </a:ext>
                </a:extLst>
              </a:tr>
              <a:tr h="246356">
                <a:tc>
                  <a:txBody>
                    <a:bodyPr/>
                    <a:lstStyle/>
                    <a:p>
                      <a:pPr algn="ctr">
                        <a:buNone/>
                      </a:pPr>
                      <a:r>
                        <a:rPr lang="en-IN" sz="1600"/>
                        <a:t>O0210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6172249"/>
                  </a:ext>
                </a:extLst>
              </a:tr>
              <a:tr h="246356">
                <a:tc>
                  <a:txBody>
                    <a:bodyPr/>
                    <a:lstStyle/>
                    <a:p>
                      <a:pPr algn="ctr">
                        <a:buNone/>
                      </a:pPr>
                      <a:r>
                        <a:rPr lang="en-IN" sz="1600"/>
                        <a:t>O0211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564819"/>
                  </a:ext>
                </a:extLst>
              </a:tr>
              <a:tr h="246356">
                <a:tc>
                  <a:txBody>
                    <a:bodyPr/>
                    <a:lstStyle/>
                    <a:p>
                      <a:pPr algn="ctr">
                        <a:buNone/>
                      </a:pPr>
                      <a:r>
                        <a:rPr lang="en-IN" sz="1600"/>
                        <a:t>O0212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503920"/>
                  </a:ext>
                </a:extLst>
              </a:tr>
              <a:tr h="246356">
                <a:tc>
                  <a:txBody>
                    <a:bodyPr/>
                    <a:lstStyle/>
                    <a:p>
                      <a:pPr algn="ctr">
                        <a:buNone/>
                      </a:pPr>
                      <a:r>
                        <a:rPr lang="en-IN" sz="1600"/>
                        <a:t>O0213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2566188"/>
                  </a:ext>
                </a:extLst>
              </a:tr>
              <a:tr h="246356">
                <a:tc>
                  <a:txBody>
                    <a:bodyPr/>
                    <a:lstStyle/>
                    <a:p>
                      <a:pPr algn="ctr">
                        <a:buNone/>
                      </a:pPr>
                      <a:r>
                        <a:rPr lang="en-IN" sz="1600"/>
                        <a:t>O0214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1930836"/>
                  </a:ext>
                </a:extLst>
              </a:tr>
              <a:tr h="246356">
                <a:tc>
                  <a:txBody>
                    <a:bodyPr/>
                    <a:lstStyle/>
                    <a:p>
                      <a:pPr algn="ctr">
                        <a:buNone/>
                      </a:pPr>
                      <a:r>
                        <a:rPr lang="en-IN" sz="1600"/>
                        <a:t>O0215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663083"/>
                  </a:ext>
                </a:extLst>
              </a:tr>
              <a:tr h="246356">
                <a:tc>
                  <a:txBody>
                    <a:bodyPr/>
                    <a:lstStyle/>
                    <a:p>
                      <a:pPr algn="ctr">
                        <a:buNone/>
                      </a:pPr>
                      <a:r>
                        <a:rPr lang="en-IN" sz="1600"/>
                        <a:t>O0216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1394279"/>
                  </a:ext>
                </a:extLst>
              </a:tr>
              <a:tr h="246356">
                <a:tc>
                  <a:txBody>
                    <a:bodyPr/>
                    <a:lstStyle/>
                    <a:p>
                      <a:pPr algn="ctr">
                        <a:buNone/>
                      </a:pPr>
                      <a:r>
                        <a:rPr lang="en-IN" sz="1600"/>
                        <a:t>O0217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373913"/>
                  </a:ext>
                </a:extLst>
              </a:tr>
              <a:tr h="246356">
                <a:tc>
                  <a:txBody>
                    <a:bodyPr/>
                    <a:lstStyle/>
                    <a:p>
                      <a:pPr algn="ctr">
                        <a:buNone/>
                      </a:pPr>
                      <a:r>
                        <a:rPr lang="en-IN" sz="1600"/>
                        <a:t>O0218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9382785"/>
                  </a:ext>
                </a:extLst>
              </a:tr>
              <a:tr h="246356">
                <a:tc>
                  <a:txBody>
                    <a:bodyPr/>
                    <a:lstStyle/>
                    <a:p>
                      <a:pPr algn="ctr">
                        <a:buNone/>
                      </a:pPr>
                      <a:r>
                        <a:rPr lang="en-IN" sz="1600"/>
                        <a:t>O0219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471578"/>
                  </a:ext>
                </a:extLst>
              </a:tr>
              <a:tr h="246356">
                <a:tc>
                  <a:txBody>
                    <a:bodyPr/>
                    <a:lstStyle/>
                    <a:p>
                      <a:pPr algn="ctr">
                        <a:buNone/>
                      </a:pPr>
                      <a:r>
                        <a:rPr lang="en-IN" sz="1600"/>
                        <a:t>O0220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8091224"/>
                  </a:ext>
                </a:extLst>
              </a:tr>
              <a:tr h="246356">
                <a:tc>
                  <a:txBody>
                    <a:bodyPr/>
                    <a:lstStyle/>
                    <a:p>
                      <a:pPr algn="ctr">
                        <a:buNone/>
                      </a:pPr>
                      <a:r>
                        <a:rPr lang="en-IN" sz="1600"/>
                        <a:t>O0221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33977"/>
                  </a:ext>
                </a:extLst>
              </a:tr>
              <a:tr h="246356">
                <a:tc>
                  <a:txBody>
                    <a:bodyPr/>
                    <a:lstStyle/>
                    <a:p>
                      <a:pPr algn="ctr">
                        <a:buNone/>
                      </a:pPr>
                      <a:r>
                        <a:rPr lang="en-IN" sz="1600"/>
                        <a:t>O0222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780246"/>
                  </a:ext>
                </a:extLst>
              </a:tr>
              <a:tr h="246356">
                <a:tc>
                  <a:txBody>
                    <a:bodyPr/>
                    <a:lstStyle/>
                    <a:p>
                      <a:pPr algn="ctr">
                        <a:buNone/>
                      </a:pPr>
                      <a:r>
                        <a:rPr lang="en-IN" sz="1600"/>
                        <a:t>O0223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174704"/>
                  </a:ext>
                </a:extLst>
              </a:tr>
              <a:tr h="246356">
                <a:tc>
                  <a:txBody>
                    <a:bodyPr/>
                    <a:lstStyle/>
                    <a:p>
                      <a:pPr algn="ctr">
                        <a:buNone/>
                      </a:pPr>
                      <a:r>
                        <a:rPr lang="en-IN" sz="1600"/>
                        <a:t>O0224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485943"/>
                  </a:ext>
                </a:extLst>
              </a:tr>
              <a:tr h="246356">
                <a:tc>
                  <a:txBody>
                    <a:bodyPr/>
                    <a:lstStyle/>
                    <a:p>
                      <a:pPr algn="ctr">
                        <a:buNone/>
                      </a:pPr>
                      <a:r>
                        <a:rPr lang="en-IN" sz="1600"/>
                        <a:t>O0225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5057615"/>
                  </a:ext>
                </a:extLst>
              </a:tr>
              <a:tr h="246356">
                <a:tc>
                  <a:txBody>
                    <a:bodyPr/>
                    <a:lstStyle/>
                    <a:p>
                      <a:pPr algn="ctr">
                        <a:buNone/>
                      </a:pPr>
                      <a:r>
                        <a:rPr lang="en-IN" sz="1600"/>
                        <a:t>O0226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766751"/>
                  </a:ext>
                </a:extLst>
              </a:tr>
              <a:tr h="246356">
                <a:tc>
                  <a:txBody>
                    <a:bodyPr/>
                    <a:lstStyle/>
                    <a:p>
                      <a:pPr algn="ctr">
                        <a:buNone/>
                      </a:pPr>
                      <a:r>
                        <a:rPr lang="en-IN" sz="1600"/>
                        <a:t>O0227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941194"/>
                  </a:ext>
                </a:extLst>
              </a:tr>
              <a:tr h="246356">
                <a:tc>
                  <a:txBody>
                    <a:bodyPr/>
                    <a:lstStyle/>
                    <a:p>
                      <a:pPr algn="ctr">
                        <a:buNone/>
                      </a:pPr>
                      <a:r>
                        <a:rPr lang="en-IN" sz="1600"/>
                        <a:t>O0228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621261"/>
                  </a:ext>
                </a:extLst>
              </a:tr>
              <a:tr h="246356">
                <a:tc>
                  <a:txBody>
                    <a:bodyPr/>
                    <a:lstStyle/>
                    <a:p>
                      <a:pPr algn="ctr">
                        <a:buNone/>
                      </a:pPr>
                      <a:r>
                        <a:rPr lang="en-IN" sz="1600"/>
                        <a:t>O0229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707785"/>
                  </a:ext>
                </a:extLst>
              </a:tr>
              <a:tr h="246356">
                <a:tc>
                  <a:txBody>
                    <a:bodyPr/>
                    <a:lstStyle/>
                    <a:p>
                      <a:pPr algn="ctr">
                        <a:buNone/>
                      </a:pPr>
                      <a:r>
                        <a:rPr lang="en-IN" sz="1600"/>
                        <a:t>O0230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8065664"/>
                  </a:ext>
                </a:extLst>
              </a:tr>
              <a:tr h="246356">
                <a:tc>
                  <a:txBody>
                    <a:bodyPr/>
                    <a:lstStyle/>
                    <a:p>
                      <a:pPr algn="ctr">
                        <a:buNone/>
                      </a:pPr>
                      <a:r>
                        <a:rPr lang="en-IN" sz="1600"/>
                        <a:t>O0231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7879065"/>
                  </a:ext>
                </a:extLst>
              </a:tr>
              <a:tr h="246356">
                <a:tc>
                  <a:txBody>
                    <a:bodyPr/>
                    <a:lstStyle/>
                    <a:p>
                      <a:pPr algn="ctr">
                        <a:buNone/>
                      </a:pPr>
                      <a:r>
                        <a:rPr lang="en-IN" sz="1600"/>
                        <a:t>O0232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8118628"/>
                  </a:ext>
                </a:extLst>
              </a:tr>
              <a:tr h="246356">
                <a:tc>
                  <a:txBody>
                    <a:bodyPr/>
                    <a:lstStyle/>
                    <a:p>
                      <a:pPr algn="ctr">
                        <a:buNone/>
                      </a:pPr>
                      <a:r>
                        <a:rPr lang="en-IN" sz="1600"/>
                        <a:t>O0233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844634"/>
                  </a:ext>
                </a:extLst>
              </a:tr>
              <a:tr h="246356">
                <a:tc>
                  <a:txBody>
                    <a:bodyPr/>
                    <a:lstStyle/>
                    <a:p>
                      <a:pPr algn="ctr">
                        <a:buNone/>
                      </a:pPr>
                      <a:r>
                        <a:rPr lang="en-IN" sz="1600"/>
                        <a:t>O0234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0827923"/>
                  </a:ext>
                </a:extLst>
              </a:tr>
              <a:tr h="246356">
                <a:tc>
                  <a:txBody>
                    <a:bodyPr/>
                    <a:lstStyle/>
                    <a:p>
                      <a:pPr algn="ctr">
                        <a:buNone/>
                      </a:pPr>
                      <a:r>
                        <a:rPr lang="en-IN" sz="1600"/>
                        <a:t>O0235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5022862"/>
                  </a:ext>
                </a:extLst>
              </a:tr>
              <a:tr h="246356">
                <a:tc>
                  <a:txBody>
                    <a:bodyPr/>
                    <a:lstStyle/>
                    <a:p>
                      <a:pPr algn="ctr">
                        <a:buNone/>
                      </a:pPr>
                      <a:r>
                        <a:rPr lang="en-IN" sz="1600"/>
                        <a:t>O0236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1059432"/>
                  </a:ext>
                </a:extLst>
              </a:tr>
              <a:tr h="246356">
                <a:tc>
                  <a:txBody>
                    <a:bodyPr/>
                    <a:lstStyle/>
                    <a:p>
                      <a:pPr algn="ctr">
                        <a:buNone/>
                      </a:pPr>
                      <a:r>
                        <a:rPr lang="en-IN" sz="1600"/>
                        <a:t>O0237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0518039"/>
                  </a:ext>
                </a:extLst>
              </a:tr>
              <a:tr h="246356">
                <a:tc>
                  <a:txBody>
                    <a:bodyPr/>
                    <a:lstStyle/>
                    <a:p>
                      <a:pPr algn="ctr">
                        <a:buNone/>
                      </a:pPr>
                      <a:r>
                        <a:rPr lang="en-IN" sz="1600"/>
                        <a:t>O0238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0951509"/>
                  </a:ext>
                </a:extLst>
              </a:tr>
              <a:tr h="246356">
                <a:tc>
                  <a:txBody>
                    <a:bodyPr/>
                    <a:lstStyle/>
                    <a:p>
                      <a:pPr algn="ctr">
                        <a:buNone/>
                      </a:pPr>
                      <a:r>
                        <a:rPr lang="en-IN" sz="1600"/>
                        <a:t>O0239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557466"/>
                  </a:ext>
                </a:extLst>
              </a:tr>
              <a:tr h="246356">
                <a:tc>
                  <a:txBody>
                    <a:bodyPr/>
                    <a:lstStyle/>
                    <a:p>
                      <a:pPr algn="ctr">
                        <a:buNone/>
                      </a:pPr>
                      <a:r>
                        <a:rPr lang="en-IN" sz="1600"/>
                        <a:t>O0240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8685947"/>
                  </a:ext>
                </a:extLst>
              </a:tr>
              <a:tr h="246356">
                <a:tc>
                  <a:txBody>
                    <a:bodyPr/>
                    <a:lstStyle/>
                    <a:p>
                      <a:pPr algn="ctr">
                        <a:buNone/>
                      </a:pPr>
                      <a:r>
                        <a:rPr lang="en-IN" sz="1600"/>
                        <a:t>O0241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430723"/>
                  </a:ext>
                </a:extLst>
              </a:tr>
              <a:tr h="246356">
                <a:tc>
                  <a:txBody>
                    <a:bodyPr/>
                    <a:lstStyle/>
                    <a:p>
                      <a:pPr algn="ctr">
                        <a:buNone/>
                      </a:pPr>
                      <a:r>
                        <a:rPr lang="en-IN" sz="1600"/>
                        <a:t>O0242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7642890"/>
                  </a:ext>
                </a:extLst>
              </a:tr>
              <a:tr h="246356">
                <a:tc>
                  <a:txBody>
                    <a:bodyPr/>
                    <a:lstStyle/>
                    <a:p>
                      <a:pPr algn="ctr">
                        <a:buNone/>
                      </a:pPr>
                      <a:r>
                        <a:rPr lang="en-IN" sz="1600"/>
                        <a:t>O0243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208220"/>
                  </a:ext>
                </a:extLst>
              </a:tr>
              <a:tr h="246356">
                <a:tc>
                  <a:txBody>
                    <a:bodyPr/>
                    <a:lstStyle/>
                    <a:p>
                      <a:pPr algn="ctr">
                        <a:buNone/>
                      </a:pPr>
                      <a:r>
                        <a:rPr lang="en-IN" sz="1600"/>
                        <a:t>O0244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4458594"/>
                  </a:ext>
                </a:extLst>
              </a:tr>
              <a:tr h="246356">
                <a:tc>
                  <a:txBody>
                    <a:bodyPr/>
                    <a:lstStyle/>
                    <a:p>
                      <a:pPr algn="ctr">
                        <a:buNone/>
                      </a:pPr>
                      <a:r>
                        <a:rPr lang="en-IN" sz="1600"/>
                        <a:t>O0245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C1000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290428"/>
                  </a:ext>
                </a:extLst>
              </a:tr>
              <a:tr h="246356">
                <a:tc>
                  <a:txBody>
                    <a:bodyPr/>
                    <a:lstStyle/>
                    <a:p>
                      <a:pPr algn="ctr">
                        <a:buNone/>
                      </a:pPr>
                      <a:r>
                        <a:rPr lang="en-IN" sz="1600"/>
                        <a:t>O0246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0237258"/>
                  </a:ext>
                </a:extLst>
              </a:tr>
              <a:tr h="246356">
                <a:tc>
                  <a:txBody>
                    <a:bodyPr/>
                    <a:lstStyle/>
                    <a:p>
                      <a:pPr algn="ctr">
                        <a:buNone/>
                      </a:pPr>
                      <a:r>
                        <a:rPr lang="en-IN" sz="1600"/>
                        <a:t>O0247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5175818"/>
                  </a:ext>
                </a:extLst>
              </a:tr>
              <a:tr h="246356">
                <a:tc>
                  <a:txBody>
                    <a:bodyPr/>
                    <a:lstStyle/>
                    <a:p>
                      <a:pPr algn="ctr">
                        <a:buNone/>
                      </a:pPr>
                      <a:r>
                        <a:rPr lang="en-IN" sz="1600"/>
                        <a:t>O0248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0300401"/>
                  </a:ext>
                </a:extLst>
              </a:tr>
              <a:tr h="246356">
                <a:tc>
                  <a:txBody>
                    <a:bodyPr/>
                    <a:lstStyle/>
                    <a:p>
                      <a:pPr algn="ctr">
                        <a:buNone/>
                      </a:pPr>
                      <a:r>
                        <a:rPr lang="en-IN" sz="1600"/>
                        <a:t>O0249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7313639"/>
                  </a:ext>
                </a:extLst>
              </a:tr>
              <a:tr h="246356">
                <a:tc>
                  <a:txBody>
                    <a:bodyPr/>
                    <a:lstStyle/>
                    <a:p>
                      <a:pPr algn="ctr">
                        <a:buNone/>
                      </a:pPr>
                      <a:r>
                        <a:rPr lang="en-IN" sz="1600"/>
                        <a:t>O0250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4704953"/>
                  </a:ext>
                </a:extLst>
              </a:tr>
              <a:tr h="246356">
                <a:tc>
                  <a:txBody>
                    <a:bodyPr/>
                    <a:lstStyle/>
                    <a:p>
                      <a:pPr algn="ctr">
                        <a:buNone/>
                      </a:pPr>
                      <a:r>
                        <a:rPr lang="en-IN" sz="1600"/>
                        <a:t>O0251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1702657"/>
                  </a:ext>
                </a:extLst>
              </a:tr>
              <a:tr h="246356">
                <a:tc>
                  <a:txBody>
                    <a:bodyPr/>
                    <a:lstStyle/>
                    <a:p>
                      <a:pPr algn="ctr">
                        <a:buNone/>
                      </a:pPr>
                      <a:r>
                        <a:rPr lang="en-IN" sz="1600"/>
                        <a:t>O0252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5186274"/>
                  </a:ext>
                </a:extLst>
              </a:tr>
              <a:tr h="246356">
                <a:tc>
                  <a:txBody>
                    <a:bodyPr/>
                    <a:lstStyle/>
                    <a:p>
                      <a:pPr algn="ctr">
                        <a:buNone/>
                      </a:pPr>
                      <a:r>
                        <a:rPr lang="en-IN" sz="1600"/>
                        <a:t>O0253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579943"/>
                  </a:ext>
                </a:extLst>
              </a:tr>
              <a:tr h="246356">
                <a:tc>
                  <a:txBody>
                    <a:bodyPr/>
                    <a:lstStyle/>
                    <a:p>
                      <a:pPr algn="ctr">
                        <a:buNone/>
                      </a:pPr>
                      <a:r>
                        <a:rPr lang="en-IN" sz="1600"/>
                        <a:t>O0254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4971288"/>
                  </a:ext>
                </a:extLst>
              </a:tr>
              <a:tr h="246356">
                <a:tc>
                  <a:txBody>
                    <a:bodyPr/>
                    <a:lstStyle/>
                    <a:p>
                      <a:pPr algn="ctr">
                        <a:buNone/>
                      </a:pPr>
                      <a:r>
                        <a:rPr lang="en-IN" sz="1600"/>
                        <a:t>O0255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130210"/>
                  </a:ext>
                </a:extLst>
              </a:tr>
              <a:tr h="246356">
                <a:tc>
                  <a:txBody>
                    <a:bodyPr/>
                    <a:lstStyle/>
                    <a:p>
                      <a:pPr algn="ctr">
                        <a:buNone/>
                      </a:pPr>
                      <a:r>
                        <a:rPr lang="en-IN" sz="1600"/>
                        <a:t>O0256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746368"/>
                  </a:ext>
                </a:extLst>
              </a:tr>
              <a:tr h="246356">
                <a:tc>
                  <a:txBody>
                    <a:bodyPr/>
                    <a:lstStyle/>
                    <a:p>
                      <a:pPr algn="ctr">
                        <a:buNone/>
                      </a:pPr>
                      <a:r>
                        <a:rPr lang="en-IN" sz="1600"/>
                        <a:t>O0257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667796"/>
                  </a:ext>
                </a:extLst>
              </a:tr>
              <a:tr h="246356">
                <a:tc>
                  <a:txBody>
                    <a:bodyPr/>
                    <a:lstStyle/>
                    <a:p>
                      <a:pPr algn="ctr">
                        <a:buNone/>
                      </a:pPr>
                      <a:r>
                        <a:rPr lang="en-IN" sz="1600"/>
                        <a:t>O0258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6430261"/>
                  </a:ext>
                </a:extLst>
              </a:tr>
              <a:tr h="246356">
                <a:tc>
                  <a:txBody>
                    <a:bodyPr/>
                    <a:lstStyle/>
                    <a:p>
                      <a:pPr algn="ctr">
                        <a:buNone/>
                      </a:pPr>
                      <a:r>
                        <a:rPr lang="en-IN" sz="1600"/>
                        <a:t>O0259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2149367"/>
                  </a:ext>
                </a:extLst>
              </a:tr>
              <a:tr h="246356">
                <a:tc>
                  <a:txBody>
                    <a:bodyPr/>
                    <a:lstStyle/>
                    <a:p>
                      <a:pPr algn="ctr">
                        <a:buNone/>
                      </a:pPr>
                      <a:r>
                        <a:rPr lang="en-IN" sz="1600"/>
                        <a:t>O0260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9658780"/>
                  </a:ext>
                </a:extLst>
              </a:tr>
              <a:tr h="246356">
                <a:tc>
                  <a:txBody>
                    <a:bodyPr/>
                    <a:lstStyle/>
                    <a:p>
                      <a:pPr algn="ctr">
                        <a:buNone/>
                      </a:pPr>
                      <a:r>
                        <a:rPr lang="en-IN" sz="1600"/>
                        <a:t>O0261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7036666"/>
                  </a:ext>
                </a:extLst>
              </a:tr>
              <a:tr h="246356">
                <a:tc>
                  <a:txBody>
                    <a:bodyPr/>
                    <a:lstStyle/>
                    <a:p>
                      <a:pPr algn="ctr">
                        <a:buNone/>
                      </a:pPr>
                      <a:r>
                        <a:rPr lang="en-IN" sz="1600"/>
                        <a:t>O0262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2231951"/>
                  </a:ext>
                </a:extLst>
              </a:tr>
              <a:tr h="246356">
                <a:tc>
                  <a:txBody>
                    <a:bodyPr/>
                    <a:lstStyle/>
                    <a:p>
                      <a:pPr algn="ctr">
                        <a:buNone/>
                      </a:pPr>
                      <a:r>
                        <a:rPr lang="en-IN" sz="1600"/>
                        <a:t>O0263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4558945"/>
                  </a:ext>
                </a:extLst>
              </a:tr>
              <a:tr h="246356">
                <a:tc>
                  <a:txBody>
                    <a:bodyPr/>
                    <a:lstStyle/>
                    <a:p>
                      <a:pPr algn="ctr">
                        <a:buNone/>
                      </a:pPr>
                      <a:r>
                        <a:rPr lang="en-IN" sz="1600"/>
                        <a:t>O0264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5851252"/>
                  </a:ext>
                </a:extLst>
              </a:tr>
              <a:tr h="246356">
                <a:tc>
                  <a:txBody>
                    <a:bodyPr/>
                    <a:lstStyle/>
                    <a:p>
                      <a:pPr algn="ctr">
                        <a:buNone/>
                      </a:pPr>
                      <a:r>
                        <a:rPr lang="en-IN" sz="1600"/>
                        <a:t>O0265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882973"/>
                  </a:ext>
                </a:extLst>
              </a:tr>
              <a:tr h="246356">
                <a:tc>
                  <a:txBody>
                    <a:bodyPr/>
                    <a:lstStyle/>
                    <a:p>
                      <a:pPr algn="ctr">
                        <a:buNone/>
                      </a:pPr>
                      <a:r>
                        <a:rPr lang="en-IN" sz="1600"/>
                        <a:t>O0266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464358"/>
                  </a:ext>
                </a:extLst>
              </a:tr>
              <a:tr h="246356">
                <a:tc>
                  <a:txBody>
                    <a:bodyPr/>
                    <a:lstStyle/>
                    <a:p>
                      <a:pPr algn="ctr">
                        <a:buNone/>
                      </a:pPr>
                      <a:r>
                        <a:rPr lang="en-IN" sz="1600"/>
                        <a:t>O0267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089081"/>
                  </a:ext>
                </a:extLst>
              </a:tr>
              <a:tr h="246356">
                <a:tc>
                  <a:txBody>
                    <a:bodyPr/>
                    <a:lstStyle/>
                    <a:p>
                      <a:pPr algn="ctr">
                        <a:buNone/>
                      </a:pPr>
                      <a:r>
                        <a:rPr lang="en-IN" sz="1600"/>
                        <a:t>O0268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6898562"/>
                  </a:ext>
                </a:extLst>
              </a:tr>
              <a:tr h="246356">
                <a:tc>
                  <a:txBody>
                    <a:bodyPr/>
                    <a:lstStyle/>
                    <a:p>
                      <a:pPr algn="ctr">
                        <a:buNone/>
                      </a:pPr>
                      <a:r>
                        <a:rPr lang="en-IN" sz="1600"/>
                        <a:t>O0269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1035568"/>
                  </a:ext>
                </a:extLst>
              </a:tr>
              <a:tr h="246356">
                <a:tc>
                  <a:txBody>
                    <a:bodyPr/>
                    <a:lstStyle/>
                    <a:p>
                      <a:pPr algn="ctr">
                        <a:buNone/>
                      </a:pPr>
                      <a:r>
                        <a:rPr lang="en-IN" sz="1600"/>
                        <a:t>O0270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9715681"/>
                  </a:ext>
                </a:extLst>
              </a:tr>
              <a:tr h="246356">
                <a:tc>
                  <a:txBody>
                    <a:bodyPr/>
                    <a:lstStyle/>
                    <a:p>
                      <a:pPr algn="ctr">
                        <a:buNone/>
                      </a:pPr>
                      <a:r>
                        <a:rPr lang="en-IN" sz="1600"/>
                        <a:t>O0271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C0964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631434"/>
                  </a:ext>
                </a:extLst>
              </a:tr>
              <a:tr h="246356">
                <a:tc>
                  <a:txBody>
                    <a:bodyPr/>
                    <a:lstStyle/>
                    <a:p>
                      <a:pPr algn="ctr">
                        <a:buNone/>
                      </a:pPr>
                      <a:r>
                        <a:rPr lang="en-IN" sz="1600"/>
                        <a:t>O0272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9855463"/>
                  </a:ext>
                </a:extLst>
              </a:tr>
              <a:tr h="246356">
                <a:tc>
                  <a:txBody>
                    <a:bodyPr/>
                    <a:lstStyle/>
                    <a:p>
                      <a:pPr algn="ctr">
                        <a:buNone/>
                      </a:pPr>
                      <a:r>
                        <a:rPr lang="en-IN" sz="1600"/>
                        <a:t>O0273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707239"/>
                  </a:ext>
                </a:extLst>
              </a:tr>
              <a:tr h="246356">
                <a:tc>
                  <a:txBody>
                    <a:bodyPr/>
                    <a:lstStyle/>
                    <a:p>
                      <a:pPr algn="ctr">
                        <a:buNone/>
                      </a:pPr>
                      <a:r>
                        <a:rPr lang="en-IN" sz="1600"/>
                        <a:t>O0274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C0508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1230740"/>
                  </a:ext>
                </a:extLst>
              </a:tr>
              <a:tr h="246356">
                <a:tc>
                  <a:txBody>
                    <a:bodyPr/>
                    <a:lstStyle/>
                    <a:p>
                      <a:pPr algn="ctr">
                        <a:buNone/>
                      </a:pPr>
                      <a:r>
                        <a:rPr lang="en-IN" sz="1600"/>
                        <a:t>O0275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1713335"/>
                  </a:ext>
                </a:extLst>
              </a:tr>
              <a:tr h="246356">
                <a:tc>
                  <a:txBody>
                    <a:bodyPr/>
                    <a:lstStyle/>
                    <a:p>
                      <a:pPr algn="ctr">
                        <a:buNone/>
                      </a:pPr>
                      <a:r>
                        <a:rPr lang="en-IN" sz="1600"/>
                        <a:t>O0276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196085"/>
                  </a:ext>
                </a:extLst>
              </a:tr>
              <a:tr h="246356">
                <a:tc>
                  <a:txBody>
                    <a:bodyPr/>
                    <a:lstStyle/>
                    <a:p>
                      <a:pPr algn="ctr">
                        <a:buNone/>
                      </a:pPr>
                      <a:r>
                        <a:rPr lang="en-IN" sz="1600"/>
                        <a:t>O0277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C0133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7461022"/>
                  </a:ext>
                </a:extLst>
              </a:tr>
              <a:tr h="246356">
                <a:tc>
                  <a:txBody>
                    <a:bodyPr/>
                    <a:lstStyle/>
                    <a:p>
                      <a:pPr algn="ctr">
                        <a:buNone/>
                      </a:pPr>
                      <a:r>
                        <a:rPr lang="en-IN" sz="1600"/>
                        <a:t>O0278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453519"/>
                  </a:ext>
                </a:extLst>
              </a:tr>
              <a:tr h="246356">
                <a:tc>
                  <a:txBody>
                    <a:bodyPr/>
                    <a:lstStyle/>
                    <a:p>
                      <a:pPr algn="ctr">
                        <a:buNone/>
                      </a:pPr>
                      <a:r>
                        <a:rPr lang="en-IN" sz="1600"/>
                        <a:t>O0279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8982623"/>
                  </a:ext>
                </a:extLst>
              </a:tr>
              <a:tr h="246356">
                <a:tc>
                  <a:txBody>
                    <a:bodyPr/>
                    <a:lstStyle/>
                    <a:p>
                      <a:pPr algn="ctr">
                        <a:buNone/>
                      </a:pPr>
                      <a:r>
                        <a:rPr lang="en-IN" sz="1600"/>
                        <a:t>O0280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616708"/>
                  </a:ext>
                </a:extLst>
              </a:tr>
              <a:tr h="246356">
                <a:tc>
                  <a:txBody>
                    <a:bodyPr/>
                    <a:lstStyle/>
                    <a:p>
                      <a:pPr algn="ctr">
                        <a:buNone/>
                      </a:pPr>
                      <a:r>
                        <a:rPr lang="en-IN" sz="1600"/>
                        <a:t>O0281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964744"/>
                  </a:ext>
                </a:extLst>
              </a:tr>
              <a:tr h="246356">
                <a:tc>
                  <a:txBody>
                    <a:bodyPr/>
                    <a:lstStyle/>
                    <a:p>
                      <a:pPr algn="ctr">
                        <a:buNone/>
                      </a:pPr>
                      <a:r>
                        <a:rPr lang="en-IN" sz="1600"/>
                        <a:t>O0282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C0488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005657"/>
                  </a:ext>
                </a:extLst>
              </a:tr>
              <a:tr h="246356">
                <a:tc>
                  <a:txBody>
                    <a:bodyPr/>
                    <a:lstStyle/>
                    <a:p>
                      <a:pPr algn="ctr">
                        <a:buNone/>
                      </a:pPr>
                      <a:r>
                        <a:rPr lang="en-IN" sz="1600"/>
                        <a:t>O0283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194543"/>
                  </a:ext>
                </a:extLst>
              </a:tr>
              <a:tr h="246356">
                <a:tc>
                  <a:txBody>
                    <a:bodyPr/>
                    <a:lstStyle/>
                    <a:p>
                      <a:pPr algn="ctr">
                        <a:buNone/>
                      </a:pPr>
                      <a:r>
                        <a:rPr lang="en-IN" sz="1600"/>
                        <a:t>O0284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1893832"/>
                  </a:ext>
                </a:extLst>
              </a:tr>
              <a:tr h="246356">
                <a:tc>
                  <a:txBody>
                    <a:bodyPr/>
                    <a:lstStyle/>
                    <a:p>
                      <a:pPr algn="ctr">
                        <a:buNone/>
                      </a:pPr>
                      <a:r>
                        <a:rPr lang="en-IN" sz="1600"/>
                        <a:t>O0285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C0298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074790"/>
                  </a:ext>
                </a:extLst>
              </a:tr>
              <a:tr h="246356">
                <a:tc>
                  <a:txBody>
                    <a:bodyPr/>
                    <a:lstStyle/>
                    <a:p>
                      <a:pPr algn="ctr">
                        <a:buNone/>
                      </a:pPr>
                      <a:r>
                        <a:rPr lang="en-IN" sz="1600"/>
                        <a:t>O0286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4528283"/>
                  </a:ext>
                </a:extLst>
              </a:tr>
              <a:tr h="246356">
                <a:tc>
                  <a:txBody>
                    <a:bodyPr/>
                    <a:lstStyle/>
                    <a:p>
                      <a:pPr algn="ctr">
                        <a:buNone/>
                      </a:pPr>
                      <a:r>
                        <a:rPr lang="en-IN" sz="1600"/>
                        <a:t>O0287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3827372"/>
                  </a:ext>
                </a:extLst>
              </a:tr>
              <a:tr h="246356">
                <a:tc>
                  <a:txBody>
                    <a:bodyPr/>
                    <a:lstStyle/>
                    <a:p>
                      <a:pPr algn="ctr">
                        <a:buNone/>
                      </a:pPr>
                      <a:r>
                        <a:rPr lang="en-IN" sz="1600"/>
                        <a:t>O0288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674"/>
                  </a:ext>
                </a:extLst>
              </a:tr>
              <a:tr h="246356">
                <a:tc>
                  <a:txBody>
                    <a:bodyPr/>
                    <a:lstStyle/>
                    <a:p>
                      <a:pPr algn="ctr">
                        <a:buNone/>
                      </a:pPr>
                      <a:r>
                        <a:rPr lang="en-IN" sz="1600"/>
                        <a:t>O0289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2915766"/>
                  </a:ext>
                </a:extLst>
              </a:tr>
              <a:tr h="246356">
                <a:tc>
                  <a:txBody>
                    <a:bodyPr/>
                    <a:lstStyle/>
                    <a:p>
                      <a:pPr algn="ctr">
                        <a:buNone/>
                      </a:pPr>
                      <a:r>
                        <a:rPr lang="en-IN" sz="1600"/>
                        <a:t>O0290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621105"/>
                  </a:ext>
                </a:extLst>
              </a:tr>
              <a:tr h="246356">
                <a:tc>
                  <a:txBody>
                    <a:bodyPr/>
                    <a:lstStyle/>
                    <a:p>
                      <a:pPr algn="ctr">
                        <a:buNone/>
                      </a:pPr>
                      <a:r>
                        <a:rPr lang="en-IN" sz="1600"/>
                        <a:t>O0291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C0741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4235983"/>
                  </a:ext>
                </a:extLst>
              </a:tr>
              <a:tr h="246356">
                <a:tc>
                  <a:txBody>
                    <a:bodyPr/>
                    <a:lstStyle/>
                    <a:p>
                      <a:pPr algn="ctr">
                        <a:buNone/>
                      </a:pPr>
                      <a:r>
                        <a:rPr lang="en-IN" sz="1600"/>
                        <a:t>O0292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7403965"/>
                  </a:ext>
                </a:extLst>
              </a:tr>
              <a:tr h="246356">
                <a:tc>
                  <a:txBody>
                    <a:bodyPr/>
                    <a:lstStyle/>
                    <a:p>
                      <a:pPr algn="ctr">
                        <a:buNone/>
                      </a:pPr>
                      <a:r>
                        <a:rPr lang="en-IN" sz="1600"/>
                        <a:t>O0293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889215"/>
                  </a:ext>
                </a:extLst>
              </a:tr>
              <a:tr h="246356">
                <a:tc>
                  <a:txBody>
                    <a:bodyPr/>
                    <a:lstStyle/>
                    <a:p>
                      <a:pPr algn="ctr">
                        <a:buNone/>
                      </a:pPr>
                      <a:r>
                        <a:rPr lang="en-IN" sz="1600"/>
                        <a:t>O0294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553563"/>
                  </a:ext>
                </a:extLst>
              </a:tr>
              <a:tr h="246356">
                <a:tc>
                  <a:txBody>
                    <a:bodyPr/>
                    <a:lstStyle/>
                    <a:p>
                      <a:pPr algn="ctr">
                        <a:buNone/>
                      </a:pPr>
                      <a:r>
                        <a:rPr lang="en-IN" sz="1600"/>
                        <a:t>O0295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C0897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0933677"/>
                  </a:ext>
                </a:extLst>
              </a:tr>
              <a:tr h="246356">
                <a:tc>
                  <a:txBody>
                    <a:bodyPr/>
                    <a:lstStyle/>
                    <a:p>
                      <a:pPr algn="ctr">
                        <a:buNone/>
                      </a:pPr>
                      <a:r>
                        <a:rPr lang="en-IN" sz="1600"/>
                        <a:t>O0296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835492"/>
                  </a:ext>
                </a:extLst>
              </a:tr>
              <a:tr h="246356">
                <a:tc>
                  <a:txBody>
                    <a:bodyPr/>
                    <a:lstStyle/>
                    <a:p>
                      <a:pPr algn="ctr">
                        <a:buNone/>
                      </a:pPr>
                      <a:r>
                        <a:rPr lang="en-IN" sz="1600"/>
                        <a:t>O0297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C0099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761768"/>
                  </a:ext>
                </a:extLst>
              </a:tr>
              <a:tr h="246356">
                <a:tc>
                  <a:txBody>
                    <a:bodyPr/>
                    <a:lstStyle/>
                    <a:p>
                      <a:pPr algn="ctr">
                        <a:buNone/>
                      </a:pPr>
                      <a:r>
                        <a:rPr lang="en-IN" sz="1600"/>
                        <a:t>O0298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2745336"/>
                  </a:ext>
                </a:extLst>
              </a:tr>
              <a:tr h="246356">
                <a:tc>
                  <a:txBody>
                    <a:bodyPr/>
                    <a:lstStyle/>
                    <a:p>
                      <a:pPr algn="ctr">
                        <a:buNone/>
                      </a:pPr>
                      <a:r>
                        <a:rPr lang="en-IN" sz="1600"/>
                        <a:t>O0299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C0341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4362770"/>
                  </a:ext>
                </a:extLst>
              </a:tr>
              <a:tr h="246356">
                <a:tc>
                  <a:txBody>
                    <a:bodyPr/>
                    <a:lstStyle/>
                    <a:p>
                      <a:pPr algn="ctr">
                        <a:buNone/>
                      </a:pPr>
                      <a:r>
                        <a:rPr lang="en-IN" sz="1600"/>
                        <a:t>O0300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C0641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234487"/>
                  </a:ext>
                </a:extLst>
              </a:tr>
            </a:tbl>
          </a:graphicData>
        </a:graphic>
      </p:graphicFrame>
    </p:spTree>
    <p:extLst>
      <p:ext uri="{BB962C8B-B14F-4D97-AF65-F5344CB8AC3E}">
        <p14:creationId xmlns:p14="http://schemas.microsoft.com/office/powerpoint/2010/main" val="42612130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B9AFE-271A-076D-669E-800B90BCC216}"/>
              </a:ext>
            </a:extLst>
          </p:cNvPr>
          <p:cNvSpPr>
            <a:spLocks noGrp="1"/>
          </p:cNvSpPr>
          <p:nvPr>
            <p:ph type="title"/>
          </p:nvPr>
        </p:nvSpPr>
        <p:spPr>
          <a:xfrm>
            <a:off x="0" y="100431"/>
            <a:ext cx="10515600" cy="1325563"/>
          </a:xfrm>
        </p:spPr>
        <p:txBody>
          <a:bodyPr/>
          <a:lstStyle/>
          <a:p>
            <a:r>
              <a:rPr lang="en-IN" b="1" dirty="0"/>
              <a:t>TASK 2 (Delivery Delay Analysis)</a:t>
            </a:r>
          </a:p>
        </p:txBody>
      </p:sp>
      <p:sp>
        <p:nvSpPr>
          <p:cNvPr id="3" name="Content Placeholder 2">
            <a:extLst>
              <a:ext uri="{FF2B5EF4-FFF2-40B4-BE49-F238E27FC236}">
                <a16:creationId xmlns:a16="http://schemas.microsoft.com/office/drawing/2014/main" id="{4F5FB29D-883A-B379-8D15-6B4962283998}"/>
              </a:ext>
            </a:extLst>
          </p:cNvPr>
          <p:cNvSpPr>
            <a:spLocks noGrp="1"/>
          </p:cNvSpPr>
          <p:nvPr>
            <p:ph idx="1"/>
          </p:nvPr>
        </p:nvSpPr>
        <p:spPr>
          <a:xfrm>
            <a:off x="0" y="1333500"/>
            <a:ext cx="12192000" cy="5524500"/>
          </a:xfrm>
        </p:spPr>
        <p:txBody>
          <a:bodyPr>
            <a:normAutofit/>
          </a:bodyPr>
          <a:lstStyle/>
          <a:p>
            <a:r>
              <a:rPr lang="en-US" sz="1800" b="1" u="sng" dirty="0"/>
              <a:t>Calculate delivery delay (in days) for each order</a:t>
            </a:r>
          </a:p>
          <a:p>
            <a:pPr marL="0" indent="0">
              <a:buNone/>
            </a:pPr>
            <a:r>
              <a:rPr lang="en-US" sz="1800" dirty="0"/>
              <a:t>SELECT </a:t>
            </a:r>
            <a:r>
              <a:rPr lang="en-US" sz="1800" dirty="0" err="1"/>
              <a:t>Order_ID</a:t>
            </a:r>
            <a:r>
              <a:rPr lang="en-US" sz="1800" dirty="0"/>
              <a:t>, </a:t>
            </a:r>
          </a:p>
          <a:p>
            <a:pPr marL="0" indent="0">
              <a:buNone/>
            </a:pPr>
            <a:r>
              <a:rPr lang="en-US" sz="1800" dirty="0"/>
              <a:t>DATEDIFF(</a:t>
            </a:r>
            <a:r>
              <a:rPr lang="en-US" sz="1800" dirty="0" err="1"/>
              <a:t>Actual_Delivery_Date</a:t>
            </a:r>
            <a:r>
              <a:rPr lang="en-US" sz="1800" dirty="0"/>
              <a:t>, </a:t>
            </a:r>
            <a:r>
              <a:rPr lang="en-US" sz="1800" dirty="0" err="1"/>
              <a:t>Expected_Delivery_Date</a:t>
            </a:r>
            <a:r>
              <a:rPr lang="en-US" sz="1800" dirty="0"/>
              <a:t>) AS </a:t>
            </a:r>
            <a:r>
              <a:rPr lang="en-US" sz="1800" dirty="0" err="1"/>
              <a:t>Delivery_Delay_In_Days</a:t>
            </a:r>
            <a:endParaRPr lang="en-US" sz="1800" dirty="0"/>
          </a:p>
          <a:p>
            <a:pPr marL="0" indent="0">
              <a:buNone/>
            </a:pPr>
            <a:r>
              <a:rPr lang="en-US" sz="1800" dirty="0"/>
              <a:t>FROM Orders;</a:t>
            </a:r>
          </a:p>
          <a:p>
            <a:pPr marL="0" indent="0">
              <a:buNone/>
            </a:pPr>
            <a:r>
              <a:rPr lang="en-US" sz="1800" dirty="0"/>
              <a:t>ALTER TABLE orders ADD COLUMN </a:t>
            </a:r>
            <a:r>
              <a:rPr lang="en-US" sz="1800" dirty="0" err="1"/>
              <a:t>Delivery_Delay_In_Days</a:t>
            </a:r>
            <a:r>
              <a:rPr lang="en-US" sz="1800" dirty="0"/>
              <a:t> INT(10);</a:t>
            </a:r>
          </a:p>
          <a:p>
            <a:pPr marL="0" indent="0">
              <a:buNone/>
            </a:pPr>
            <a:r>
              <a:rPr lang="en-US" sz="1800" dirty="0"/>
              <a:t>UPDATE orders</a:t>
            </a:r>
          </a:p>
          <a:p>
            <a:pPr marL="0" indent="0">
              <a:buNone/>
            </a:pPr>
            <a:r>
              <a:rPr lang="en-US" sz="1800" dirty="0"/>
              <a:t>SET </a:t>
            </a:r>
            <a:r>
              <a:rPr lang="en-US" sz="1800" dirty="0" err="1"/>
              <a:t>Delivery_Delay_In_Days</a:t>
            </a:r>
            <a:r>
              <a:rPr lang="en-US" sz="1800" dirty="0"/>
              <a:t> = DATEDIFF(</a:t>
            </a:r>
            <a:r>
              <a:rPr lang="en-US" sz="1800" dirty="0" err="1"/>
              <a:t>Actual_Delivery_Date</a:t>
            </a:r>
            <a:r>
              <a:rPr lang="en-US" sz="1800" dirty="0"/>
              <a:t>, </a:t>
            </a:r>
            <a:r>
              <a:rPr lang="en-US" sz="1800" dirty="0" err="1"/>
              <a:t>Expected_Delivery_Date</a:t>
            </a:r>
            <a:r>
              <a:rPr lang="en-US" sz="1800" dirty="0"/>
              <a:t>);</a:t>
            </a:r>
          </a:p>
          <a:p>
            <a:pPr marL="0" indent="0">
              <a:buNone/>
            </a:pPr>
            <a:r>
              <a:rPr lang="en-IN" sz="1800" dirty="0"/>
              <a:t>SELECT * from orders;</a:t>
            </a:r>
          </a:p>
          <a:p>
            <a:r>
              <a:rPr lang="en-IN" sz="1800" b="1" u="sng" dirty="0"/>
              <a:t>OUTPUT(Orders table with Delivery Delay Column):</a:t>
            </a:r>
          </a:p>
          <a:p>
            <a:pPr marL="0" indent="0">
              <a:buNone/>
            </a:pPr>
            <a:endParaRPr lang="en-IN" sz="1800" dirty="0"/>
          </a:p>
          <a:p>
            <a:pPr marL="0" indent="0">
              <a:buNone/>
            </a:pPr>
            <a:endParaRPr lang="en-IN" sz="1800" dirty="0"/>
          </a:p>
        </p:txBody>
      </p:sp>
      <p:graphicFrame>
        <p:nvGraphicFramePr>
          <p:cNvPr id="4" name="Table 3">
            <a:extLst>
              <a:ext uri="{FF2B5EF4-FFF2-40B4-BE49-F238E27FC236}">
                <a16:creationId xmlns:a16="http://schemas.microsoft.com/office/drawing/2014/main" id="{2A83DE48-292D-768C-811A-14ECFFF45317}"/>
              </a:ext>
            </a:extLst>
          </p:cNvPr>
          <p:cNvGraphicFramePr>
            <a:graphicFrameLocks noGrp="1"/>
          </p:cNvGraphicFramePr>
          <p:nvPr>
            <p:extLst>
              <p:ext uri="{D42A27DB-BD31-4B8C-83A1-F6EECF244321}">
                <p14:modId xmlns:p14="http://schemas.microsoft.com/office/powerpoint/2010/main" val="1840360684"/>
              </p:ext>
            </p:extLst>
          </p:nvPr>
        </p:nvGraphicFramePr>
        <p:xfrm>
          <a:off x="0" y="4732421"/>
          <a:ext cx="12623245" cy="65058392"/>
        </p:xfrm>
        <a:graphic>
          <a:graphicData uri="http://schemas.openxmlformats.org/drawingml/2006/table">
            <a:tbl>
              <a:tblPr firstRow="1">
                <a:tableStyleId>{D113A9D2-9D6B-4929-AA2D-F23B5EE8CBE7}</a:tableStyleId>
              </a:tblPr>
              <a:tblGrid>
                <a:gridCol w="1219200">
                  <a:extLst>
                    <a:ext uri="{9D8B030D-6E8A-4147-A177-3AD203B41FA5}">
                      <a16:colId xmlns:a16="http://schemas.microsoft.com/office/drawing/2014/main" val="216506166"/>
                    </a:ext>
                  </a:extLst>
                </a:gridCol>
                <a:gridCol w="1219200">
                  <a:extLst>
                    <a:ext uri="{9D8B030D-6E8A-4147-A177-3AD203B41FA5}">
                      <a16:colId xmlns:a16="http://schemas.microsoft.com/office/drawing/2014/main" val="97725834"/>
                    </a:ext>
                  </a:extLst>
                </a:gridCol>
                <a:gridCol w="1219200">
                  <a:extLst>
                    <a:ext uri="{9D8B030D-6E8A-4147-A177-3AD203B41FA5}">
                      <a16:colId xmlns:a16="http://schemas.microsoft.com/office/drawing/2014/main" val="29784731"/>
                    </a:ext>
                  </a:extLst>
                </a:gridCol>
                <a:gridCol w="1219200">
                  <a:extLst>
                    <a:ext uri="{9D8B030D-6E8A-4147-A177-3AD203B41FA5}">
                      <a16:colId xmlns:a16="http://schemas.microsoft.com/office/drawing/2014/main" val="2655413766"/>
                    </a:ext>
                  </a:extLst>
                </a:gridCol>
                <a:gridCol w="1018674">
                  <a:extLst>
                    <a:ext uri="{9D8B030D-6E8A-4147-A177-3AD203B41FA5}">
                      <a16:colId xmlns:a16="http://schemas.microsoft.com/office/drawing/2014/main" val="247766451"/>
                    </a:ext>
                  </a:extLst>
                </a:gridCol>
                <a:gridCol w="1419726">
                  <a:extLst>
                    <a:ext uri="{9D8B030D-6E8A-4147-A177-3AD203B41FA5}">
                      <a16:colId xmlns:a16="http://schemas.microsoft.com/office/drawing/2014/main" val="2348643578"/>
                    </a:ext>
                  </a:extLst>
                </a:gridCol>
                <a:gridCol w="1650445">
                  <a:extLst>
                    <a:ext uri="{9D8B030D-6E8A-4147-A177-3AD203B41FA5}">
                      <a16:colId xmlns:a16="http://schemas.microsoft.com/office/drawing/2014/main" val="3582675478"/>
                    </a:ext>
                  </a:extLst>
                </a:gridCol>
                <a:gridCol w="1219200">
                  <a:extLst>
                    <a:ext uri="{9D8B030D-6E8A-4147-A177-3AD203B41FA5}">
                      <a16:colId xmlns:a16="http://schemas.microsoft.com/office/drawing/2014/main" val="803622707"/>
                    </a:ext>
                  </a:extLst>
                </a:gridCol>
                <a:gridCol w="1058779">
                  <a:extLst>
                    <a:ext uri="{9D8B030D-6E8A-4147-A177-3AD203B41FA5}">
                      <a16:colId xmlns:a16="http://schemas.microsoft.com/office/drawing/2014/main" val="1076761721"/>
                    </a:ext>
                  </a:extLst>
                </a:gridCol>
                <a:gridCol w="1379621">
                  <a:extLst>
                    <a:ext uri="{9D8B030D-6E8A-4147-A177-3AD203B41FA5}">
                      <a16:colId xmlns:a16="http://schemas.microsoft.com/office/drawing/2014/main" val="1203074980"/>
                    </a:ext>
                  </a:extLst>
                </a:gridCol>
              </a:tblGrid>
              <a:tr h="27686">
                <a:tc>
                  <a:txBody>
                    <a:bodyPr/>
                    <a:lstStyle/>
                    <a:p>
                      <a:pPr algn="ctr">
                        <a:buNone/>
                      </a:pPr>
                      <a:r>
                        <a:rPr lang="en-IN" sz="1400" b="1" u="sng" dirty="0" err="1"/>
                        <a:t>Order_ID</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Customer_ID</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Warehouse_ID</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Route_ID</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Order_Date</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Expected_Delivery_Date</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Actual_Delivery_Date</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Delivery_Status</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Invalid_Date_Flag</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b="1" u="sng" dirty="0" err="1"/>
                        <a:t>Delivery_Delay_In_Days</a:t>
                      </a:r>
                      <a:endParaRPr lang="en-IN" sz="1400" b="1" u="sng" dirty="0"/>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566931523"/>
                  </a:ext>
                </a:extLst>
              </a:tr>
              <a:tr h="27686">
                <a:tc>
                  <a:txBody>
                    <a:bodyPr/>
                    <a:lstStyle/>
                    <a:p>
                      <a:pPr algn="ctr">
                        <a:buNone/>
                      </a:pPr>
                      <a:r>
                        <a:rPr lang="en-IN" sz="1400"/>
                        <a:t>O0001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6048966"/>
                  </a:ext>
                </a:extLst>
              </a:tr>
              <a:tr h="27686">
                <a:tc>
                  <a:txBody>
                    <a:bodyPr/>
                    <a:lstStyle/>
                    <a:p>
                      <a:pPr algn="ctr">
                        <a:buNone/>
                      </a:pPr>
                      <a:r>
                        <a:rPr lang="en-IN" sz="1400"/>
                        <a:t>O0002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610300"/>
                  </a:ext>
                </a:extLst>
              </a:tr>
              <a:tr h="27686">
                <a:tc>
                  <a:txBody>
                    <a:bodyPr/>
                    <a:lstStyle/>
                    <a:p>
                      <a:pPr algn="ctr">
                        <a:buNone/>
                      </a:pPr>
                      <a:r>
                        <a:rPr lang="en-IN" sz="1400"/>
                        <a:t>O0003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0597470"/>
                  </a:ext>
                </a:extLst>
              </a:tr>
              <a:tr h="27686">
                <a:tc>
                  <a:txBody>
                    <a:bodyPr/>
                    <a:lstStyle/>
                    <a:p>
                      <a:pPr algn="ctr">
                        <a:buNone/>
                      </a:pPr>
                      <a:r>
                        <a:rPr lang="en-IN" sz="1400"/>
                        <a:t>O0004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295120"/>
                  </a:ext>
                </a:extLst>
              </a:tr>
              <a:tr h="27686">
                <a:tc>
                  <a:txBody>
                    <a:bodyPr/>
                    <a:lstStyle/>
                    <a:p>
                      <a:pPr algn="ctr">
                        <a:buNone/>
                      </a:pPr>
                      <a:r>
                        <a:rPr lang="en-IN" sz="1400"/>
                        <a:t>O0005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385553"/>
                  </a:ext>
                </a:extLst>
              </a:tr>
              <a:tr h="27686">
                <a:tc>
                  <a:txBody>
                    <a:bodyPr/>
                    <a:lstStyle/>
                    <a:p>
                      <a:pPr algn="ctr">
                        <a:buNone/>
                      </a:pPr>
                      <a:r>
                        <a:rPr lang="en-IN" sz="1400"/>
                        <a:t>O0006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8032196"/>
                  </a:ext>
                </a:extLst>
              </a:tr>
              <a:tr h="27686">
                <a:tc>
                  <a:txBody>
                    <a:bodyPr/>
                    <a:lstStyle/>
                    <a:p>
                      <a:pPr algn="ctr">
                        <a:buNone/>
                      </a:pPr>
                      <a:r>
                        <a:rPr lang="en-IN" sz="1400"/>
                        <a:t>O0007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8541541"/>
                  </a:ext>
                </a:extLst>
              </a:tr>
              <a:tr h="27686">
                <a:tc>
                  <a:txBody>
                    <a:bodyPr/>
                    <a:lstStyle/>
                    <a:p>
                      <a:pPr algn="ctr">
                        <a:buNone/>
                      </a:pPr>
                      <a:r>
                        <a:rPr lang="en-IN" sz="1400"/>
                        <a:t>O0008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316882"/>
                  </a:ext>
                </a:extLst>
              </a:tr>
              <a:tr h="27686">
                <a:tc>
                  <a:txBody>
                    <a:bodyPr/>
                    <a:lstStyle/>
                    <a:p>
                      <a:pPr algn="ctr">
                        <a:buNone/>
                      </a:pPr>
                      <a:r>
                        <a:rPr lang="en-IN" sz="1400"/>
                        <a:t>O0009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596519"/>
                  </a:ext>
                </a:extLst>
              </a:tr>
              <a:tr h="27686">
                <a:tc>
                  <a:txBody>
                    <a:bodyPr/>
                    <a:lstStyle/>
                    <a:p>
                      <a:pPr algn="ctr">
                        <a:buNone/>
                      </a:pPr>
                      <a:r>
                        <a:rPr lang="en-IN" sz="1400"/>
                        <a:t>O0010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7026354"/>
                  </a:ext>
                </a:extLst>
              </a:tr>
              <a:tr h="27686">
                <a:tc>
                  <a:txBody>
                    <a:bodyPr/>
                    <a:lstStyle/>
                    <a:p>
                      <a:pPr algn="ctr">
                        <a:buNone/>
                      </a:pPr>
                      <a:r>
                        <a:rPr lang="en-IN" sz="1400"/>
                        <a:t>O0011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5028077"/>
                  </a:ext>
                </a:extLst>
              </a:tr>
              <a:tr h="27686">
                <a:tc>
                  <a:txBody>
                    <a:bodyPr/>
                    <a:lstStyle/>
                    <a:p>
                      <a:pPr algn="ctr">
                        <a:buNone/>
                      </a:pPr>
                      <a:r>
                        <a:rPr lang="en-IN" sz="1400"/>
                        <a:t>O0012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3453066"/>
                  </a:ext>
                </a:extLst>
              </a:tr>
              <a:tr h="27686">
                <a:tc>
                  <a:txBody>
                    <a:bodyPr/>
                    <a:lstStyle/>
                    <a:p>
                      <a:pPr algn="ctr">
                        <a:buNone/>
                      </a:pPr>
                      <a:r>
                        <a:rPr lang="en-IN" sz="1400"/>
                        <a:t>O0013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2630102"/>
                  </a:ext>
                </a:extLst>
              </a:tr>
              <a:tr h="27686">
                <a:tc>
                  <a:txBody>
                    <a:bodyPr/>
                    <a:lstStyle/>
                    <a:p>
                      <a:pPr algn="ctr">
                        <a:buNone/>
                      </a:pPr>
                      <a:r>
                        <a:rPr lang="en-IN" sz="1400"/>
                        <a:t>O0014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688634"/>
                  </a:ext>
                </a:extLst>
              </a:tr>
              <a:tr h="27686">
                <a:tc>
                  <a:txBody>
                    <a:bodyPr/>
                    <a:lstStyle/>
                    <a:p>
                      <a:pPr algn="ctr">
                        <a:buNone/>
                      </a:pPr>
                      <a:r>
                        <a:rPr lang="en-IN" sz="1400"/>
                        <a:t>O0015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953809"/>
                  </a:ext>
                </a:extLst>
              </a:tr>
              <a:tr h="27686">
                <a:tc>
                  <a:txBody>
                    <a:bodyPr/>
                    <a:lstStyle/>
                    <a:p>
                      <a:pPr algn="ctr">
                        <a:buNone/>
                      </a:pPr>
                      <a:r>
                        <a:rPr lang="en-IN" sz="1400"/>
                        <a:t>O0016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38668"/>
                  </a:ext>
                </a:extLst>
              </a:tr>
              <a:tr h="27686">
                <a:tc>
                  <a:txBody>
                    <a:bodyPr/>
                    <a:lstStyle/>
                    <a:p>
                      <a:pPr algn="ctr">
                        <a:buNone/>
                      </a:pPr>
                      <a:r>
                        <a:rPr lang="en-IN" sz="1400"/>
                        <a:t>O0017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7502158"/>
                  </a:ext>
                </a:extLst>
              </a:tr>
              <a:tr h="27686">
                <a:tc>
                  <a:txBody>
                    <a:bodyPr/>
                    <a:lstStyle/>
                    <a:p>
                      <a:pPr algn="ctr">
                        <a:buNone/>
                      </a:pPr>
                      <a:r>
                        <a:rPr lang="en-IN" sz="1400"/>
                        <a:t>O0018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3456238"/>
                  </a:ext>
                </a:extLst>
              </a:tr>
              <a:tr h="27686">
                <a:tc>
                  <a:txBody>
                    <a:bodyPr/>
                    <a:lstStyle/>
                    <a:p>
                      <a:pPr algn="ctr">
                        <a:buNone/>
                      </a:pPr>
                      <a:r>
                        <a:rPr lang="en-IN" sz="1400"/>
                        <a:t>O0019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6752539"/>
                  </a:ext>
                </a:extLst>
              </a:tr>
              <a:tr h="27686">
                <a:tc>
                  <a:txBody>
                    <a:bodyPr/>
                    <a:lstStyle/>
                    <a:p>
                      <a:pPr algn="ctr">
                        <a:buNone/>
                      </a:pPr>
                      <a:r>
                        <a:rPr lang="en-IN" sz="1400"/>
                        <a:t>O0020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9669800"/>
                  </a:ext>
                </a:extLst>
              </a:tr>
              <a:tr h="27686">
                <a:tc>
                  <a:txBody>
                    <a:bodyPr/>
                    <a:lstStyle/>
                    <a:p>
                      <a:pPr algn="ctr">
                        <a:buNone/>
                      </a:pPr>
                      <a:r>
                        <a:rPr lang="en-IN" sz="1400"/>
                        <a:t>O0021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9659075"/>
                  </a:ext>
                </a:extLst>
              </a:tr>
              <a:tr h="27686">
                <a:tc>
                  <a:txBody>
                    <a:bodyPr/>
                    <a:lstStyle/>
                    <a:p>
                      <a:pPr algn="ctr">
                        <a:buNone/>
                      </a:pPr>
                      <a:r>
                        <a:rPr lang="en-IN" sz="1400"/>
                        <a:t>O0022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9255433"/>
                  </a:ext>
                </a:extLst>
              </a:tr>
              <a:tr h="27686">
                <a:tc>
                  <a:txBody>
                    <a:bodyPr/>
                    <a:lstStyle/>
                    <a:p>
                      <a:pPr algn="ctr">
                        <a:buNone/>
                      </a:pPr>
                      <a:r>
                        <a:rPr lang="en-IN" sz="1400"/>
                        <a:t>O0023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1242239"/>
                  </a:ext>
                </a:extLst>
              </a:tr>
              <a:tr h="27686">
                <a:tc>
                  <a:txBody>
                    <a:bodyPr/>
                    <a:lstStyle/>
                    <a:p>
                      <a:pPr algn="ctr">
                        <a:buNone/>
                      </a:pPr>
                      <a:r>
                        <a:rPr lang="en-IN" sz="1400"/>
                        <a:t>O0024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1011920"/>
                  </a:ext>
                </a:extLst>
              </a:tr>
              <a:tr h="27686">
                <a:tc>
                  <a:txBody>
                    <a:bodyPr/>
                    <a:lstStyle/>
                    <a:p>
                      <a:pPr algn="ctr">
                        <a:buNone/>
                      </a:pPr>
                      <a:r>
                        <a:rPr lang="en-IN" sz="1400"/>
                        <a:t>O0025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379852"/>
                  </a:ext>
                </a:extLst>
              </a:tr>
              <a:tr h="27686">
                <a:tc>
                  <a:txBody>
                    <a:bodyPr/>
                    <a:lstStyle/>
                    <a:p>
                      <a:pPr algn="ctr">
                        <a:buNone/>
                      </a:pPr>
                      <a:r>
                        <a:rPr lang="en-IN" sz="1400"/>
                        <a:t>O0026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0321703"/>
                  </a:ext>
                </a:extLst>
              </a:tr>
              <a:tr h="27686">
                <a:tc>
                  <a:txBody>
                    <a:bodyPr/>
                    <a:lstStyle/>
                    <a:p>
                      <a:pPr algn="ctr">
                        <a:buNone/>
                      </a:pPr>
                      <a:r>
                        <a:rPr lang="en-IN" sz="1400"/>
                        <a:t>O0027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8072574"/>
                  </a:ext>
                </a:extLst>
              </a:tr>
              <a:tr h="27686">
                <a:tc>
                  <a:txBody>
                    <a:bodyPr/>
                    <a:lstStyle/>
                    <a:p>
                      <a:pPr algn="ctr">
                        <a:buNone/>
                      </a:pPr>
                      <a:r>
                        <a:rPr lang="en-IN" sz="1400"/>
                        <a:t>O0028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4863312"/>
                  </a:ext>
                </a:extLst>
              </a:tr>
              <a:tr h="27686">
                <a:tc>
                  <a:txBody>
                    <a:bodyPr/>
                    <a:lstStyle/>
                    <a:p>
                      <a:pPr algn="ctr">
                        <a:buNone/>
                      </a:pPr>
                      <a:r>
                        <a:rPr lang="en-IN" sz="1400"/>
                        <a:t>O0029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617648"/>
                  </a:ext>
                </a:extLst>
              </a:tr>
              <a:tr h="27686">
                <a:tc>
                  <a:txBody>
                    <a:bodyPr/>
                    <a:lstStyle/>
                    <a:p>
                      <a:pPr algn="ctr">
                        <a:buNone/>
                      </a:pPr>
                      <a:r>
                        <a:rPr lang="en-IN" sz="1400"/>
                        <a:t>O0030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7311742"/>
                  </a:ext>
                </a:extLst>
              </a:tr>
              <a:tr h="27686">
                <a:tc>
                  <a:txBody>
                    <a:bodyPr/>
                    <a:lstStyle/>
                    <a:p>
                      <a:pPr algn="ctr">
                        <a:buNone/>
                      </a:pPr>
                      <a:r>
                        <a:rPr lang="en-IN" sz="1400"/>
                        <a:t>O0031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676237"/>
                  </a:ext>
                </a:extLst>
              </a:tr>
              <a:tr h="27686">
                <a:tc>
                  <a:txBody>
                    <a:bodyPr/>
                    <a:lstStyle/>
                    <a:p>
                      <a:pPr algn="ctr">
                        <a:buNone/>
                      </a:pPr>
                      <a:r>
                        <a:rPr lang="en-IN" sz="1400"/>
                        <a:t>O0032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992805"/>
                  </a:ext>
                </a:extLst>
              </a:tr>
              <a:tr h="27686">
                <a:tc>
                  <a:txBody>
                    <a:bodyPr/>
                    <a:lstStyle/>
                    <a:p>
                      <a:pPr algn="ctr">
                        <a:buNone/>
                      </a:pPr>
                      <a:r>
                        <a:rPr lang="en-IN" sz="1400"/>
                        <a:t>O0033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006849"/>
                  </a:ext>
                </a:extLst>
              </a:tr>
              <a:tr h="27686">
                <a:tc>
                  <a:txBody>
                    <a:bodyPr/>
                    <a:lstStyle/>
                    <a:p>
                      <a:pPr algn="ctr">
                        <a:buNone/>
                      </a:pPr>
                      <a:r>
                        <a:rPr lang="en-IN" sz="1400"/>
                        <a:t>O0034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786511"/>
                  </a:ext>
                </a:extLst>
              </a:tr>
              <a:tr h="27686">
                <a:tc>
                  <a:txBody>
                    <a:bodyPr/>
                    <a:lstStyle/>
                    <a:p>
                      <a:pPr algn="ctr">
                        <a:buNone/>
                      </a:pPr>
                      <a:r>
                        <a:rPr lang="en-IN" sz="1400"/>
                        <a:t>O0035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1205623"/>
                  </a:ext>
                </a:extLst>
              </a:tr>
              <a:tr h="27686">
                <a:tc>
                  <a:txBody>
                    <a:bodyPr/>
                    <a:lstStyle/>
                    <a:p>
                      <a:pPr algn="ctr">
                        <a:buNone/>
                      </a:pPr>
                      <a:r>
                        <a:rPr lang="en-IN" sz="1400"/>
                        <a:t>O0036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1528231"/>
                  </a:ext>
                </a:extLst>
              </a:tr>
              <a:tr h="27686">
                <a:tc>
                  <a:txBody>
                    <a:bodyPr/>
                    <a:lstStyle/>
                    <a:p>
                      <a:pPr algn="ctr">
                        <a:buNone/>
                      </a:pPr>
                      <a:r>
                        <a:rPr lang="en-IN" sz="1400"/>
                        <a:t>O0037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648714"/>
                  </a:ext>
                </a:extLst>
              </a:tr>
              <a:tr h="27686">
                <a:tc>
                  <a:txBody>
                    <a:bodyPr/>
                    <a:lstStyle/>
                    <a:p>
                      <a:pPr algn="ctr">
                        <a:buNone/>
                      </a:pPr>
                      <a:r>
                        <a:rPr lang="en-IN" sz="1400" dirty="0"/>
                        <a:t>O0038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2432759"/>
                  </a:ext>
                </a:extLst>
              </a:tr>
              <a:tr h="27686">
                <a:tc>
                  <a:txBody>
                    <a:bodyPr/>
                    <a:lstStyle/>
                    <a:p>
                      <a:pPr algn="ctr">
                        <a:buNone/>
                      </a:pPr>
                      <a:r>
                        <a:rPr lang="en-IN" sz="1400" dirty="0"/>
                        <a:t>O0039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3914184"/>
                  </a:ext>
                </a:extLst>
              </a:tr>
              <a:tr h="27686">
                <a:tc>
                  <a:txBody>
                    <a:bodyPr/>
                    <a:lstStyle/>
                    <a:p>
                      <a:pPr algn="ctr">
                        <a:buNone/>
                      </a:pPr>
                      <a:r>
                        <a:rPr lang="en-IN" sz="1400" dirty="0"/>
                        <a:t>O0040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490944"/>
                  </a:ext>
                </a:extLst>
              </a:tr>
              <a:tr h="27686">
                <a:tc>
                  <a:txBody>
                    <a:bodyPr/>
                    <a:lstStyle/>
                    <a:p>
                      <a:pPr algn="ctr">
                        <a:buNone/>
                      </a:pPr>
                      <a:r>
                        <a:rPr lang="en-IN" sz="1400" dirty="0"/>
                        <a:t>O0041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C0912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123660"/>
                  </a:ext>
                </a:extLst>
              </a:tr>
              <a:tr h="27686">
                <a:tc>
                  <a:txBody>
                    <a:bodyPr/>
                    <a:lstStyle/>
                    <a:p>
                      <a:pPr algn="ctr">
                        <a:buNone/>
                      </a:pPr>
                      <a:r>
                        <a:rPr lang="en-IN" sz="1400"/>
                        <a:t>O0042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509860"/>
                  </a:ext>
                </a:extLst>
              </a:tr>
              <a:tr h="27686">
                <a:tc>
                  <a:txBody>
                    <a:bodyPr/>
                    <a:lstStyle/>
                    <a:p>
                      <a:pPr algn="ctr">
                        <a:buNone/>
                      </a:pPr>
                      <a:r>
                        <a:rPr lang="en-IN" sz="1400"/>
                        <a:t>O0043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1240451"/>
                  </a:ext>
                </a:extLst>
              </a:tr>
              <a:tr h="27686">
                <a:tc>
                  <a:txBody>
                    <a:bodyPr/>
                    <a:lstStyle/>
                    <a:p>
                      <a:pPr algn="ctr">
                        <a:buNone/>
                      </a:pPr>
                      <a:r>
                        <a:rPr lang="en-IN" sz="1400"/>
                        <a:t>O0044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2938438"/>
                  </a:ext>
                </a:extLst>
              </a:tr>
              <a:tr h="27686">
                <a:tc>
                  <a:txBody>
                    <a:bodyPr/>
                    <a:lstStyle/>
                    <a:p>
                      <a:pPr algn="ctr">
                        <a:buNone/>
                      </a:pPr>
                      <a:r>
                        <a:rPr lang="en-IN" sz="1400"/>
                        <a:t>O0045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542529"/>
                  </a:ext>
                </a:extLst>
              </a:tr>
              <a:tr h="27686">
                <a:tc>
                  <a:txBody>
                    <a:bodyPr/>
                    <a:lstStyle/>
                    <a:p>
                      <a:pPr algn="ctr">
                        <a:buNone/>
                      </a:pPr>
                      <a:r>
                        <a:rPr lang="en-IN" sz="1400"/>
                        <a:t>O0046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33815"/>
                  </a:ext>
                </a:extLst>
              </a:tr>
              <a:tr h="27686">
                <a:tc>
                  <a:txBody>
                    <a:bodyPr/>
                    <a:lstStyle/>
                    <a:p>
                      <a:pPr algn="ctr">
                        <a:buNone/>
                      </a:pPr>
                      <a:r>
                        <a:rPr lang="en-IN" sz="1400"/>
                        <a:t>O0047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7595044"/>
                  </a:ext>
                </a:extLst>
              </a:tr>
              <a:tr h="27686">
                <a:tc>
                  <a:txBody>
                    <a:bodyPr/>
                    <a:lstStyle/>
                    <a:p>
                      <a:pPr algn="ctr">
                        <a:buNone/>
                      </a:pPr>
                      <a:r>
                        <a:rPr lang="en-IN" sz="1400"/>
                        <a:t>O0048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819979"/>
                  </a:ext>
                </a:extLst>
              </a:tr>
              <a:tr h="27686">
                <a:tc>
                  <a:txBody>
                    <a:bodyPr/>
                    <a:lstStyle/>
                    <a:p>
                      <a:pPr algn="ctr">
                        <a:buNone/>
                      </a:pPr>
                      <a:r>
                        <a:rPr lang="en-IN" sz="1400"/>
                        <a:t>O0049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377830"/>
                  </a:ext>
                </a:extLst>
              </a:tr>
              <a:tr h="27686">
                <a:tc>
                  <a:txBody>
                    <a:bodyPr/>
                    <a:lstStyle/>
                    <a:p>
                      <a:pPr algn="ctr">
                        <a:buNone/>
                      </a:pPr>
                      <a:r>
                        <a:rPr lang="en-IN" sz="1400"/>
                        <a:t>O0050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981962"/>
                  </a:ext>
                </a:extLst>
              </a:tr>
              <a:tr h="27686">
                <a:tc>
                  <a:txBody>
                    <a:bodyPr/>
                    <a:lstStyle/>
                    <a:p>
                      <a:pPr algn="ctr">
                        <a:buNone/>
                      </a:pPr>
                      <a:r>
                        <a:rPr lang="en-IN" sz="1400"/>
                        <a:t>O0051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45693"/>
                  </a:ext>
                </a:extLst>
              </a:tr>
              <a:tr h="27686">
                <a:tc>
                  <a:txBody>
                    <a:bodyPr/>
                    <a:lstStyle/>
                    <a:p>
                      <a:pPr algn="ctr">
                        <a:buNone/>
                      </a:pPr>
                      <a:r>
                        <a:rPr lang="en-IN" sz="1400"/>
                        <a:t>O0052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272603"/>
                  </a:ext>
                </a:extLst>
              </a:tr>
              <a:tr h="27686">
                <a:tc>
                  <a:txBody>
                    <a:bodyPr/>
                    <a:lstStyle/>
                    <a:p>
                      <a:pPr algn="ctr">
                        <a:buNone/>
                      </a:pPr>
                      <a:r>
                        <a:rPr lang="en-IN" sz="1400"/>
                        <a:t>O0053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8434398"/>
                  </a:ext>
                </a:extLst>
              </a:tr>
              <a:tr h="27686">
                <a:tc>
                  <a:txBody>
                    <a:bodyPr/>
                    <a:lstStyle/>
                    <a:p>
                      <a:pPr algn="ctr">
                        <a:buNone/>
                      </a:pPr>
                      <a:r>
                        <a:rPr lang="en-IN" sz="1400"/>
                        <a:t>O0054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9177315"/>
                  </a:ext>
                </a:extLst>
              </a:tr>
              <a:tr h="27686">
                <a:tc>
                  <a:txBody>
                    <a:bodyPr/>
                    <a:lstStyle/>
                    <a:p>
                      <a:pPr algn="ctr">
                        <a:buNone/>
                      </a:pPr>
                      <a:r>
                        <a:rPr lang="en-IN" sz="1400"/>
                        <a:t>O0055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7263703"/>
                  </a:ext>
                </a:extLst>
              </a:tr>
              <a:tr h="27686">
                <a:tc>
                  <a:txBody>
                    <a:bodyPr/>
                    <a:lstStyle/>
                    <a:p>
                      <a:pPr algn="ctr">
                        <a:buNone/>
                      </a:pPr>
                      <a:r>
                        <a:rPr lang="en-IN" sz="1400"/>
                        <a:t>O0056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528528"/>
                  </a:ext>
                </a:extLst>
              </a:tr>
              <a:tr h="27686">
                <a:tc>
                  <a:txBody>
                    <a:bodyPr/>
                    <a:lstStyle/>
                    <a:p>
                      <a:pPr algn="ctr">
                        <a:buNone/>
                      </a:pPr>
                      <a:r>
                        <a:rPr lang="en-IN" sz="1400"/>
                        <a:t>O0057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283257"/>
                  </a:ext>
                </a:extLst>
              </a:tr>
              <a:tr h="27686">
                <a:tc>
                  <a:txBody>
                    <a:bodyPr/>
                    <a:lstStyle/>
                    <a:p>
                      <a:pPr algn="ctr">
                        <a:buNone/>
                      </a:pPr>
                      <a:r>
                        <a:rPr lang="en-IN" sz="1400"/>
                        <a:t>O0058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445983"/>
                  </a:ext>
                </a:extLst>
              </a:tr>
              <a:tr h="27686">
                <a:tc>
                  <a:txBody>
                    <a:bodyPr/>
                    <a:lstStyle/>
                    <a:p>
                      <a:pPr algn="ctr">
                        <a:buNone/>
                      </a:pPr>
                      <a:r>
                        <a:rPr lang="en-IN" sz="1400"/>
                        <a:t>O0059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60936"/>
                  </a:ext>
                </a:extLst>
              </a:tr>
              <a:tr h="27686">
                <a:tc>
                  <a:txBody>
                    <a:bodyPr/>
                    <a:lstStyle/>
                    <a:p>
                      <a:pPr algn="ctr">
                        <a:buNone/>
                      </a:pPr>
                      <a:r>
                        <a:rPr lang="en-IN" sz="1400"/>
                        <a:t>O0060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339913"/>
                  </a:ext>
                </a:extLst>
              </a:tr>
              <a:tr h="27686">
                <a:tc>
                  <a:txBody>
                    <a:bodyPr/>
                    <a:lstStyle/>
                    <a:p>
                      <a:pPr algn="ctr">
                        <a:buNone/>
                      </a:pPr>
                      <a:r>
                        <a:rPr lang="en-IN" sz="1400"/>
                        <a:t>O0061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18917"/>
                  </a:ext>
                </a:extLst>
              </a:tr>
              <a:tr h="27686">
                <a:tc>
                  <a:txBody>
                    <a:bodyPr/>
                    <a:lstStyle/>
                    <a:p>
                      <a:pPr algn="ctr">
                        <a:buNone/>
                      </a:pPr>
                      <a:r>
                        <a:rPr lang="en-IN" sz="1400"/>
                        <a:t>O0062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1413610"/>
                  </a:ext>
                </a:extLst>
              </a:tr>
              <a:tr h="27686">
                <a:tc>
                  <a:txBody>
                    <a:bodyPr/>
                    <a:lstStyle/>
                    <a:p>
                      <a:pPr algn="ctr">
                        <a:buNone/>
                      </a:pPr>
                      <a:r>
                        <a:rPr lang="en-IN" sz="1400"/>
                        <a:t>O0063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6554242"/>
                  </a:ext>
                </a:extLst>
              </a:tr>
              <a:tr h="27686">
                <a:tc>
                  <a:txBody>
                    <a:bodyPr/>
                    <a:lstStyle/>
                    <a:p>
                      <a:pPr algn="ctr">
                        <a:buNone/>
                      </a:pPr>
                      <a:r>
                        <a:rPr lang="en-IN" sz="1400"/>
                        <a:t>O0064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4731500"/>
                  </a:ext>
                </a:extLst>
              </a:tr>
              <a:tr h="27686">
                <a:tc>
                  <a:txBody>
                    <a:bodyPr/>
                    <a:lstStyle/>
                    <a:p>
                      <a:pPr algn="ctr">
                        <a:buNone/>
                      </a:pPr>
                      <a:r>
                        <a:rPr lang="en-IN" sz="1400"/>
                        <a:t>O0065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4530206"/>
                  </a:ext>
                </a:extLst>
              </a:tr>
              <a:tr h="27686">
                <a:tc>
                  <a:txBody>
                    <a:bodyPr/>
                    <a:lstStyle/>
                    <a:p>
                      <a:pPr algn="ctr">
                        <a:buNone/>
                      </a:pPr>
                      <a:r>
                        <a:rPr lang="en-IN" sz="1400"/>
                        <a:t>O0066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946825"/>
                  </a:ext>
                </a:extLst>
              </a:tr>
              <a:tr h="27686">
                <a:tc>
                  <a:txBody>
                    <a:bodyPr/>
                    <a:lstStyle/>
                    <a:p>
                      <a:pPr algn="ctr">
                        <a:buNone/>
                      </a:pPr>
                      <a:r>
                        <a:rPr lang="en-IN" sz="1400"/>
                        <a:t>O0067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735008"/>
                  </a:ext>
                </a:extLst>
              </a:tr>
              <a:tr h="27686">
                <a:tc>
                  <a:txBody>
                    <a:bodyPr/>
                    <a:lstStyle/>
                    <a:p>
                      <a:pPr algn="ctr">
                        <a:buNone/>
                      </a:pPr>
                      <a:r>
                        <a:rPr lang="en-IN" sz="1400"/>
                        <a:t>O0068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796649"/>
                  </a:ext>
                </a:extLst>
              </a:tr>
              <a:tr h="27686">
                <a:tc>
                  <a:txBody>
                    <a:bodyPr/>
                    <a:lstStyle/>
                    <a:p>
                      <a:pPr algn="ctr">
                        <a:buNone/>
                      </a:pPr>
                      <a:r>
                        <a:rPr lang="en-IN" sz="1400"/>
                        <a:t>O0069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3019624"/>
                  </a:ext>
                </a:extLst>
              </a:tr>
              <a:tr h="27686">
                <a:tc>
                  <a:txBody>
                    <a:bodyPr/>
                    <a:lstStyle/>
                    <a:p>
                      <a:pPr algn="ctr">
                        <a:buNone/>
                      </a:pPr>
                      <a:r>
                        <a:rPr lang="en-IN" sz="1400"/>
                        <a:t>O0070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4855576"/>
                  </a:ext>
                </a:extLst>
              </a:tr>
              <a:tr h="27686">
                <a:tc>
                  <a:txBody>
                    <a:bodyPr/>
                    <a:lstStyle/>
                    <a:p>
                      <a:pPr algn="ctr">
                        <a:buNone/>
                      </a:pPr>
                      <a:r>
                        <a:rPr lang="en-IN" sz="1400"/>
                        <a:t>O0071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997261"/>
                  </a:ext>
                </a:extLst>
              </a:tr>
              <a:tr h="27686">
                <a:tc>
                  <a:txBody>
                    <a:bodyPr/>
                    <a:lstStyle/>
                    <a:p>
                      <a:pPr algn="ctr">
                        <a:buNone/>
                      </a:pPr>
                      <a:r>
                        <a:rPr lang="en-IN" sz="1400"/>
                        <a:t>O0072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855921"/>
                  </a:ext>
                </a:extLst>
              </a:tr>
              <a:tr h="27686">
                <a:tc>
                  <a:txBody>
                    <a:bodyPr/>
                    <a:lstStyle/>
                    <a:p>
                      <a:pPr algn="ctr">
                        <a:buNone/>
                      </a:pPr>
                      <a:r>
                        <a:rPr lang="en-IN" sz="1400"/>
                        <a:t>O0073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136343"/>
                  </a:ext>
                </a:extLst>
              </a:tr>
              <a:tr h="27686">
                <a:tc>
                  <a:txBody>
                    <a:bodyPr/>
                    <a:lstStyle/>
                    <a:p>
                      <a:pPr algn="ctr">
                        <a:buNone/>
                      </a:pPr>
                      <a:r>
                        <a:rPr lang="en-IN" sz="1400"/>
                        <a:t>O0074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7811278"/>
                  </a:ext>
                </a:extLst>
              </a:tr>
              <a:tr h="27686">
                <a:tc>
                  <a:txBody>
                    <a:bodyPr/>
                    <a:lstStyle/>
                    <a:p>
                      <a:pPr algn="ctr">
                        <a:buNone/>
                      </a:pPr>
                      <a:r>
                        <a:rPr lang="en-IN" sz="1400"/>
                        <a:t>O0075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4393499"/>
                  </a:ext>
                </a:extLst>
              </a:tr>
              <a:tr h="27686">
                <a:tc>
                  <a:txBody>
                    <a:bodyPr/>
                    <a:lstStyle/>
                    <a:p>
                      <a:pPr algn="ctr">
                        <a:buNone/>
                      </a:pPr>
                      <a:r>
                        <a:rPr lang="en-IN" sz="1400"/>
                        <a:t>O0076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554328"/>
                  </a:ext>
                </a:extLst>
              </a:tr>
              <a:tr h="27686">
                <a:tc>
                  <a:txBody>
                    <a:bodyPr/>
                    <a:lstStyle/>
                    <a:p>
                      <a:pPr algn="ctr">
                        <a:buNone/>
                      </a:pPr>
                      <a:r>
                        <a:rPr lang="en-IN" sz="1400"/>
                        <a:t>O0077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194426"/>
                  </a:ext>
                </a:extLst>
              </a:tr>
              <a:tr h="27686">
                <a:tc>
                  <a:txBody>
                    <a:bodyPr/>
                    <a:lstStyle/>
                    <a:p>
                      <a:pPr algn="ctr">
                        <a:buNone/>
                      </a:pPr>
                      <a:r>
                        <a:rPr lang="en-IN" sz="1400"/>
                        <a:t>O0078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387244"/>
                  </a:ext>
                </a:extLst>
              </a:tr>
              <a:tr h="27686">
                <a:tc>
                  <a:txBody>
                    <a:bodyPr/>
                    <a:lstStyle/>
                    <a:p>
                      <a:pPr algn="ctr">
                        <a:buNone/>
                      </a:pPr>
                      <a:r>
                        <a:rPr lang="en-IN" sz="1400"/>
                        <a:t>O0079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4015564"/>
                  </a:ext>
                </a:extLst>
              </a:tr>
              <a:tr h="27686">
                <a:tc>
                  <a:txBody>
                    <a:bodyPr/>
                    <a:lstStyle/>
                    <a:p>
                      <a:pPr algn="ctr">
                        <a:buNone/>
                      </a:pPr>
                      <a:r>
                        <a:rPr lang="en-IN" sz="1400"/>
                        <a:t>O0080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2516159"/>
                  </a:ext>
                </a:extLst>
              </a:tr>
              <a:tr h="27686">
                <a:tc>
                  <a:txBody>
                    <a:bodyPr/>
                    <a:lstStyle/>
                    <a:p>
                      <a:pPr algn="ctr">
                        <a:buNone/>
                      </a:pPr>
                      <a:r>
                        <a:rPr lang="en-IN" sz="1400"/>
                        <a:t>O0081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9332719"/>
                  </a:ext>
                </a:extLst>
              </a:tr>
              <a:tr h="27686">
                <a:tc>
                  <a:txBody>
                    <a:bodyPr/>
                    <a:lstStyle/>
                    <a:p>
                      <a:pPr algn="ctr">
                        <a:buNone/>
                      </a:pPr>
                      <a:r>
                        <a:rPr lang="en-IN" sz="1400"/>
                        <a:t>O0082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402988"/>
                  </a:ext>
                </a:extLst>
              </a:tr>
              <a:tr h="27686">
                <a:tc>
                  <a:txBody>
                    <a:bodyPr/>
                    <a:lstStyle/>
                    <a:p>
                      <a:pPr algn="ctr">
                        <a:buNone/>
                      </a:pPr>
                      <a:r>
                        <a:rPr lang="en-IN" sz="1400"/>
                        <a:t>O0083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5638308"/>
                  </a:ext>
                </a:extLst>
              </a:tr>
              <a:tr h="27686">
                <a:tc>
                  <a:txBody>
                    <a:bodyPr/>
                    <a:lstStyle/>
                    <a:p>
                      <a:pPr algn="ctr">
                        <a:buNone/>
                      </a:pPr>
                      <a:r>
                        <a:rPr lang="en-IN" sz="1400"/>
                        <a:t>O0084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4776723"/>
                  </a:ext>
                </a:extLst>
              </a:tr>
              <a:tr h="27686">
                <a:tc>
                  <a:txBody>
                    <a:bodyPr/>
                    <a:lstStyle/>
                    <a:p>
                      <a:pPr algn="ctr">
                        <a:buNone/>
                      </a:pPr>
                      <a:r>
                        <a:rPr lang="en-IN" sz="1400"/>
                        <a:t>O0085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582786"/>
                  </a:ext>
                </a:extLst>
              </a:tr>
              <a:tr h="27686">
                <a:tc>
                  <a:txBody>
                    <a:bodyPr/>
                    <a:lstStyle/>
                    <a:p>
                      <a:pPr algn="ctr">
                        <a:buNone/>
                      </a:pPr>
                      <a:r>
                        <a:rPr lang="en-IN" sz="1400"/>
                        <a:t>O0086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503882"/>
                  </a:ext>
                </a:extLst>
              </a:tr>
              <a:tr h="27686">
                <a:tc>
                  <a:txBody>
                    <a:bodyPr/>
                    <a:lstStyle/>
                    <a:p>
                      <a:pPr algn="ctr">
                        <a:buNone/>
                      </a:pPr>
                      <a:r>
                        <a:rPr lang="en-IN" sz="1400"/>
                        <a:t>O0087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1615994"/>
                  </a:ext>
                </a:extLst>
              </a:tr>
              <a:tr h="27686">
                <a:tc>
                  <a:txBody>
                    <a:bodyPr/>
                    <a:lstStyle/>
                    <a:p>
                      <a:pPr algn="ctr">
                        <a:buNone/>
                      </a:pPr>
                      <a:r>
                        <a:rPr lang="en-IN" sz="1400"/>
                        <a:t>O0088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2357492"/>
                  </a:ext>
                </a:extLst>
              </a:tr>
              <a:tr h="27686">
                <a:tc>
                  <a:txBody>
                    <a:bodyPr/>
                    <a:lstStyle/>
                    <a:p>
                      <a:pPr algn="ctr">
                        <a:buNone/>
                      </a:pPr>
                      <a:r>
                        <a:rPr lang="en-IN" sz="1400"/>
                        <a:t>O0089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3687935"/>
                  </a:ext>
                </a:extLst>
              </a:tr>
              <a:tr h="27686">
                <a:tc>
                  <a:txBody>
                    <a:bodyPr/>
                    <a:lstStyle/>
                    <a:p>
                      <a:pPr algn="ctr">
                        <a:buNone/>
                      </a:pPr>
                      <a:r>
                        <a:rPr lang="en-IN" sz="1400"/>
                        <a:t>O0090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5331682"/>
                  </a:ext>
                </a:extLst>
              </a:tr>
              <a:tr h="27686">
                <a:tc>
                  <a:txBody>
                    <a:bodyPr/>
                    <a:lstStyle/>
                    <a:p>
                      <a:pPr algn="ctr">
                        <a:buNone/>
                      </a:pPr>
                      <a:r>
                        <a:rPr lang="en-IN" sz="1400"/>
                        <a:t>O0091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2549735"/>
                  </a:ext>
                </a:extLst>
              </a:tr>
              <a:tr h="27686">
                <a:tc>
                  <a:txBody>
                    <a:bodyPr/>
                    <a:lstStyle/>
                    <a:p>
                      <a:pPr algn="ctr">
                        <a:buNone/>
                      </a:pPr>
                      <a:r>
                        <a:rPr lang="en-IN" sz="1400"/>
                        <a:t>O0092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450617"/>
                  </a:ext>
                </a:extLst>
              </a:tr>
              <a:tr h="27686">
                <a:tc>
                  <a:txBody>
                    <a:bodyPr/>
                    <a:lstStyle/>
                    <a:p>
                      <a:pPr algn="ctr">
                        <a:buNone/>
                      </a:pPr>
                      <a:r>
                        <a:rPr lang="en-IN" sz="1400"/>
                        <a:t>O0093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4444000"/>
                  </a:ext>
                </a:extLst>
              </a:tr>
              <a:tr h="27686">
                <a:tc>
                  <a:txBody>
                    <a:bodyPr/>
                    <a:lstStyle/>
                    <a:p>
                      <a:pPr algn="ctr">
                        <a:buNone/>
                      </a:pPr>
                      <a:r>
                        <a:rPr lang="en-IN" sz="1400"/>
                        <a:t>O0094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4714339"/>
                  </a:ext>
                </a:extLst>
              </a:tr>
              <a:tr h="27686">
                <a:tc>
                  <a:txBody>
                    <a:bodyPr/>
                    <a:lstStyle/>
                    <a:p>
                      <a:pPr algn="ctr">
                        <a:buNone/>
                      </a:pPr>
                      <a:r>
                        <a:rPr lang="en-IN" sz="1400"/>
                        <a:t>O0095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667839"/>
                  </a:ext>
                </a:extLst>
              </a:tr>
              <a:tr h="27686">
                <a:tc>
                  <a:txBody>
                    <a:bodyPr/>
                    <a:lstStyle/>
                    <a:p>
                      <a:pPr algn="ctr">
                        <a:buNone/>
                      </a:pPr>
                      <a:r>
                        <a:rPr lang="en-IN" sz="1400"/>
                        <a:t>O0096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2201356"/>
                  </a:ext>
                </a:extLst>
              </a:tr>
              <a:tr h="27686">
                <a:tc>
                  <a:txBody>
                    <a:bodyPr/>
                    <a:lstStyle/>
                    <a:p>
                      <a:pPr algn="ctr">
                        <a:buNone/>
                      </a:pPr>
                      <a:r>
                        <a:rPr lang="en-IN" sz="1400"/>
                        <a:t>O0097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312787"/>
                  </a:ext>
                </a:extLst>
              </a:tr>
              <a:tr h="27686">
                <a:tc>
                  <a:txBody>
                    <a:bodyPr/>
                    <a:lstStyle/>
                    <a:p>
                      <a:pPr algn="ctr">
                        <a:buNone/>
                      </a:pPr>
                      <a:r>
                        <a:rPr lang="en-IN" sz="1400"/>
                        <a:t>O0098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456774"/>
                  </a:ext>
                </a:extLst>
              </a:tr>
              <a:tr h="27686">
                <a:tc>
                  <a:txBody>
                    <a:bodyPr/>
                    <a:lstStyle/>
                    <a:p>
                      <a:pPr algn="ctr">
                        <a:buNone/>
                      </a:pPr>
                      <a:r>
                        <a:rPr lang="en-IN" sz="1400"/>
                        <a:t>O0099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1912036"/>
                  </a:ext>
                </a:extLst>
              </a:tr>
              <a:tr h="27686">
                <a:tc>
                  <a:txBody>
                    <a:bodyPr/>
                    <a:lstStyle/>
                    <a:p>
                      <a:pPr algn="ctr">
                        <a:buNone/>
                      </a:pPr>
                      <a:r>
                        <a:rPr lang="en-IN" sz="1400"/>
                        <a:t>O0100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0074649"/>
                  </a:ext>
                </a:extLst>
              </a:tr>
              <a:tr h="27686">
                <a:tc>
                  <a:txBody>
                    <a:bodyPr/>
                    <a:lstStyle/>
                    <a:p>
                      <a:pPr algn="ctr">
                        <a:buNone/>
                      </a:pPr>
                      <a:r>
                        <a:rPr lang="en-IN" sz="1400"/>
                        <a:t>O0101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5866016"/>
                  </a:ext>
                </a:extLst>
              </a:tr>
              <a:tr h="27686">
                <a:tc>
                  <a:txBody>
                    <a:bodyPr/>
                    <a:lstStyle/>
                    <a:p>
                      <a:pPr algn="ctr">
                        <a:buNone/>
                      </a:pPr>
                      <a:r>
                        <a:rPr lang="en-IN" sz="1400"/>
                        <a:t>O0102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5860191"/>
                  </a:ext>
                </a:extLst>
              </a:tr>
              <a:tr h="27686">
                <a:tc>
                  <a:txBody>
                    <a:bodyPr/>
                    <a:lstStyle/>
                    <a:p>
                      <a:pPr algn="ctr">
                        <a:buNone/>
                      </a:pPr>
                      <a:r>
                        <a:rPr lang="en-IN" sz="1400"/>
                        <a:t>O0103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866414"/>
                  </a:ext>
                </a:extLst>
              </a:tr>
              <a:tr h="27686">
                <a:tc>
                  <a:txBody>
                    <a:bodyPr/>
                    <a:lstStyle/>
                    <a:p>
                      <a:pPr algn="ctr">
                        <a:buNone/>
                      </a:pPr>
                      <a:r>
                        <a:rPr lang="en-IN" sz="1400"/>
                        <a:t>O0104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352695"/>
                  </a:ext>
                </a:extLst>
              </a:tr>
              <a:tr h="27686">
                <a:tc>
                  <a:txBody>
                    <a:bodyPr/>
                    <a:lstStyle/>
                    <a:p>
                      <a:pPr algn="ctr">
                        <a:buNone/>
                      </a:pPr>
                      <a:r>
                        <a:rPr lang="en-IN" sz="1400"/>
                        <a:t>O0105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905477"/>
                  </a:ext>
                </a:extLst>
              </a:tr>
              <a:tr h="27686">
                <a:tc>
                  <a:txBody>
                    <a:bodyPr/>
                    <a:lstStyle/>
                    <a:p>
                      <a:pPr algn="ctr">
                        <a:buNone/>
                      </a:pPr>
                      <a:r>
                        <a:rPr lang="en-IN" sz="1400"/>
                        <a:t>O0106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8792324"/>
                  </a:ext>
                </a:extLst>
              </a:tr>
              <a:tr h="27686">
                <a:tc>
                  <a:txBody>
                    <a:bodyPr/>
                    <a:lstStyle/>
                    <a:p>
                      <a:pPr algn="ctr">
                        <a:buNone/>
                      </a:pPr>
                      <a:r>
                        <a:rPr lang="en-IN" sz="1400"/>
                        <a:t>O0107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781846"/>
                  </a:ext>
                </a:extLst>
              </a:tr>
              <a:tr h="27686">
                <a:tc>
                  <a:txBody>
                    <a:bodyPr/>
                    <a:lstStyle/>
                    <a:p>
                      <a:pPr algn="ctr">
                        <a:buNone/>
                      </a:pPr>
                      <a:r>
                        <a:rPr lang="en-IN" sz="1400"/>
                        <a:t>O0108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452316"/>
                  </a:ext>
                </a:extLst>
              </a:tr>
              <a:tr h="27686">
                <a:tc>
                  <a:txBody>
                    <a:bodyPr/>
                    <a:lstStyle/>
                    <a:p>
                      <a:pPr algn="ctr">
                        <a:buNone/>
                      </a:pPr>
                      <a:r>
                        <a:rPr lang="en-IN" sz="1400"/>
                        <a:t>O0109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308350"/>
                  </a:ext>
                </a:extLst>
              </a:tr>
              <a:tr h="27686">
                <a:tc>
                  <a:txBody>
                    <a:bodyPr/>
                    <a:lstStyle/>
                    <a:p>
                      <a:pPr algn="ctr">
                        <a:buNone/>
                      </a:pPr>
                      <a:r>
                        <a:rPr lang="en-IN" sz="1400"/>
                        <a:t>O0110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2364566"/>
                  </a:ext>
                </a:extLst>
              </a:tr>
              <a:tr h="27686">
                <a:tc>
                  <a:txBody>
                    <a:bodyPr/>
                    <a:lstStyle/>
                    <a:p>
                      <a:pPr algn="ctr">
                        <a:buNone/>
                      </a:pPr>
                      <a:r>
                        <a:rPr lang="en-IN" sz="1400"/>
                        <a:t>O0111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6014141"/>
                  </a:ext>
                </a:extLst>
              </a:tr>
              <a:tr h="27686">
                <a:tc>
                  <a:txBody>
                    <a:bodyPr/>
                    <a:lstStyle/>
                    <a:p>
                      <a:pPr algn="ctr">
                        <a:buNone/>
                      </a:pPr>
                      <a:r>
                        <a:rPr lang="en-IN" sz="1400"/>
                        <a:t>O0112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917121"/>
                  </a:ext>
                </a:extLst>
              </a:tr>
              <a:tr h="27686">
                <a:tc>
                  <a:txBody>
                    <a:bodyPr/>
                    <a:lstStyle/>
                    <a:p>
                      <a:pPr algn="ctr">
                        <a:buNone/>
                      </a:pPr>
                      <a:r>
                        <a:rPr lang="en-IN" sz="1400"/>
                        <a:t>O0113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549187"/>
                  </a:ext>
                </a:extLst>
              </a:tr>
              <a:tr h="27686">
                <a:tc>
                  <a:txBody>
                    <a:bodyPr/>
                    <a:lstStyle/>
                    <a:p>
                      <a:pPr algn="ctr">
                        <a:buNone/>
                      </a:pPr>
                      <a:r>
                        <a:rPr lang="en-IN" sz="1400"/>
                        <a:t>O0114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9815269"/>
                  </a:ext>
                </a:extLst>
              </a:tr>
              <a:tr h="27686">
                <a:tc>
                  <a:txBody>
                    <a:bodyPr/>
                    <a:lstStyle/>
                    <a:p>
                      <a:pPr algn="ctr">
                        <a:buNone/>
                      </a:pPr>
                      <a:r>
                        <a:rPr lang="en-IN" sz="1400"/>
                        <a:t>O0115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0647982"/>
                  </a:ext>
                </a:extLst>
              </a:tr>
              <a:tr h="27686">
                <a:tc>
                  <a:txBody>
                    <a:bodyPr/>
                    <a:lstStyle/>
                    <a:p>
                      <a:pPr algn="ctr">
                        <a:buNone/>
                      </a:pPr>
                      <a:r>
                        <a:rPr lang="en-IN" sz="1400"/>
                        <a:t>O0116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9942278"/>
                  </a:ext>
                </a:extLst>
              </a:tr>
              <a:tr h="27686">
                <a:tc>
                  <a:txBody>
                    <a:bodyPr/>
                    <a:lstStyle/>
                    <a:p>
                      <a:pPr algn="ctr">
                        <a:buNone/>
                      </a:pPr>
                      <a:r>
                        <a:rPr lang="en-IN" sz="1400"/>
                        <a:t>O0117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795603"/>
                  </a:ext>
                </a:extLst>
              </a:tr>
              <a:tr h="27686">
                <a:tc>
                  <a:txBody>
                    <a:bodyPr/>
                    <a:lstStyle/>
                    <a:p>
                      <a:pPr algn="ctr">
                        <a:buNone/>
                      </a:pPr>
                      <a:r>
                        <a:rPr lang="en-IN" sz="1400"/>
                        <a:t>O0118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3775322"/>
                  </a:ext>
                </a:extLst>
              </a:tr>
              <a:tr h="27686">
                <a:tc>
                  <a:txBody>
                    <a:bodyPr/>
                    <a:lstStyle/>
                    <a:p>
                      <a:pPr algn="ctr">
                        <a:buNone/>
                      </a:pPr>
                      <a:r>
                        <a:rPr lang="en-IN" sz="1400"/>
                        <a:t>O0119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608147"/>
                  </a:ext>
                </a:extLst>
              </a:tr>
              <a:tr h="27686">
                <a:tc>
                  <a:txBody>
                    <a:bodyPr/>
                    <a:lstStyle/>
                    <a:p>
                      <a:pPr algn="ctr">
                        <a:buNone/>
                      </a:pPr>
                      <a:r>
                        <a:rPr lang="en-IN" sz="1400"/>
                        <a:t>O0120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476426"/>
                  </a:ext>
                </a:extLst>
              </a:tr>
              <a:tr h="27686">
                <a:tc>
                  <a:txBody>
                    <a:bodyPr/>
                    <a:lstStyle/>
                    <a:p>
                      <a:pPr algn="ctr">
                        <a:buNone/>
                      </a:pPr>
                      <a:r>
                        <a:rPr lang="en-IN" sz="1400"/>
                        <a:t>O0121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18709"/>
                  </a:ext>
                </a:extLst>
              </a:tr>
              <a:tr h="27686">
                <a:tc>
                  <a:txBody>
                    <a:bodyPr/>
                    <a:lstStyle/>
                    <a:p>
                      <a:pPr algn="ctr">
                        <a:buNone/>
                      </a:pPr>
                      <a:r>
                        <a:rPr lang="en-IN" sz="1400"/>
                        <a:t>O0122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512122"/>
                  </a:ext>
                </a:extLst>
              </a:tr>
              <a:tr h="27686">
                <a:tc>
                  <a:txBody>
                    <a:bodyPr/>
                    <a:lstStyle/>
                    <a:p>
                      <a:pPr algn="ctr">
                        <a:buNone/>
                      </a:pPr>
                      <a:r>
                        <a:rPr lang="en-IN" sz="1400"/>
                        <a:t>O0123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4959754"/>
                  </a:ext>
                </a:extLst>
              </a:tr>
              <a:tr h="27686">
                <a:tc>
                  <a:txBody>
                    <a:bodyPr/>
                    <a:lstStyle/>
                    <a:p>
                      <a:pPr algn="ctr">
                        <a:buNone/>
                      </a:pPr>
                      <a:r>
                        <a:rPr lang="en-IN" sz="1400"/>
                        <a:t>O0124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4959806"/>
                  </a:ext>
                </a:extLst>
              </a:tr>
              <a:tr h="27686">
                <a:tc>
                  <a:txBody>
                    <a:bodyPr/>
                    <a:lstStyle/>
                    <a:p>
                      <a:pPr algn="ctr">
                        <a:buNone/>
                      </a:pPr>
                      <a:r>
                        <a:rPr lang="en-IN" sz="1400"/>
                        <a:t>O0125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3172516"/>
                  </a:ext>
                </a:extLst>
              </a:tr>
              <a:tr h="27686">
                <a:tc>
                  <a:txBody>
                    <a:bodyPr/>
                    <a:lstStyle/>
                    <a:p>
                      <a:pPr algn="ctr">
                        <a:buNone/>
                      </a:pPr>
                      <a:r>
                        <a:rPr lang="en-IN" sz="1400"/>
                        <a:t>O0126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6915162"/>
                  </a:ext>
                </a:extLst>
              </a:tr>
              <a:tr h="27686">
                <a:tc>
                  <a:txBody>
                    <a:bodyPr/>
                    <a:lstStyle/>
                    <a:p>
                      <a:pPr algn="ctr">
                        <a:buNone/>
                      </a:pPr>
                      <a:r>
                        <a:rPr lang="en-IN" sz="1400"/>
                        <a:t>O0127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2847371"/>
                  </a:ext>
                </a:extLst>
              </a:tr>
              <a:tr h="27686">
                <a:tc>
                  <a:txBody>
                    <a:bodyPr/>
                    <a:lstStyle/>
                    <a:p>
                      <a:pPr algn="ctr">
                        <a:buNone/>
                      </a:pPr>
                      <a:r>
                        <a:rPr lang="en-IN" sz="1400"/>
                        <a:t>O0128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8644599"/>
                  </a:ext>
                </a:extLst>
              </a:tr>
              <a:tr h="27686">
                <a:tc>
                  <a:txBody>
                    <a:bodyPr/>
                    <a:lstStyle/>
                    <a:p>
                      <a:pPr algn="ctr">
                        <a:buNone/>
                      </a:pPr>
                      <a:r>
                        <a:rPr lang="en-IN" sz="1400"/>
                        <a:t>O0129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6699646"/>
                  </a:ext>
                </a:extLst>
              </a:tr>
              <a:tr h="27686">
                <a:tc>
                  <a:txBody>
                    <a:bodyPr/>
                    <a:lstStyle/>
                    <a:p>
                      <a:pPr algn="ctr">
                        <a:buNone/>
                      </a:pPr>
                      <a:r>
                        <a:rPr lang="en-IN" sz="1400"/>
                        <a:t>O0130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9914638"/>
                  </a:ext>
                </a:extLst>
              </a:tr>
              <a:tr h="27686">
                <a:tc>
                  <a:txBody>
                    <a:bodyPr/>
                    <a:lstStyle/>
                    <a:p>
                      <a:pPr algn="ctr">
                        <a:buNone/>
                      </a:pPr>
                      <a:r>
                        <a:rPr lang="en-IN" sz="1400"/>
                        <a:t>O0131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727361"/>
                  </a:ext>
                </a:extLst>
              </a:tr>
              <a:tr h="27686">
                <a:tc>
                  <a:txBody>
                    <a:bodyPr/>
                    <a:lstStyle/>
                    <a:p>
                      <a:pPr algn="ctr">
                        <a:buNone/>
                      </a:pPr>
                      <a:r>
                        <a:rPr lang="en-IN" sz="1400"/>
                        <a:t>O0132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686234"/>
                  </a:ext>
                </a:extLst>
              </a:tr>
              <a:tr h="27686">
                <a:tc>
                  <a:txBody>
                    <a:bodyPr/>
                    <a:lstStyle/>
                    <a:p>
                      <a:pPr algn="ctr">
                        <a:buNone/>
                      </a:pPr>
                      <a:r>
                        <a:rPr lang="en-IN" sz="1400"/>
                        <a:t>O0133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906953"/>
                  </a:ext>
                </a:extLst>
              </a:tr>
              <a:tr h="27686">
                <a:tc>
                  <a:txBody>
                    <a:bodyPr/>
                    <a:lstStyle/>
                    <a:p>
                      <a:pPr algn="ctr">
                        <a:buNone/>
                      </a:pPr>
                      <a:r>
                        <a:rPr lang="en-IN" sz="1400"/>
                        <a:t>O0134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6587211"/>
                  </a:ext>
                </a:extLst>
              </a:tr>
              <a:tr h="27686">
                <a:tc>
                  <a:txBody>
                    <a:bodyPr/>
                    <a:lstStyle/>
                    <a:p>
                      <a:pPr algn="ctr">
                        <a:buNone/>
                      </a:pPr>
                      <a:r>
                        <a:rPr lang="en-IN" sz="1400"/>
                        <a:t>O0135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587434"/>
                  </a:ext>
                </a:extLst>
              </a:tr>
              <a:tr h="27686">
                <a:tc>
                  <a:txBody>
                    <a:bodyPr/>
                    <a:lstStyle/>
                    <a:p>
                      <a:pPr algn="ctr">
                        <a:buNone/>
                      </a:pPr>
                      <a:r>
                        <a:rPr lang="en-IN" sz="1400"/>
                        <a:t>O0136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3368212"/>
                  </a:ext>
                </a:extLst>
              </a:tr>
              <a:tr h="27686">
                <a:tc>
                  <a:txBody>
                    <a:bodyPr/>
                    <a:lstStyle/>
                    <a:p>
                      <a:pPr algn="ctr">
                        <a:buNone/>
                      </a:pPr>
                      <a:r>
                        <a:rPr lang="en-IN" sz="1400"/>
                        <a:t>O0137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387873"/>
                  </a:ext>
                </a:extLst>
              </a:tr>
              <a:tr h="27686">
                <a:tc>
                  <a:txBody>
                    <a:bodyPr/>
                    <a:lstStyle/>
                    <a:p>
                      <a:pPr algn="ctr">
                        <a:buNone/>
                      </a:pPr>
                      <a:r>
                        <a:rPr lang="en-IN" sz="1400"/>
                        <a:t>O0138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4709298"/>
                  </a:ext>
                </a:extLst>
              </a:tr>
              <a:tr h="27686">
                <a:tc>
                  <a:txBody>
                    <a:bodyPr/>
                    <a:lstStyle/>
                    <a:p>
                      <a:pPr algn="ctr">
                        <a:buNone/>
                      </a:pPr>
                      <a:r>
                        <a:rPr lang="en-IN" sz="1400"/>
                        <a:t>O0139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4677740"/>
                  </a:ext>
                </a:extLst>
              </a:tr>
              <a:tr h="27686">
                <a:tc>
                  <a:txBody>
                    <a:bodyPr/>
                    <a:lstStyle/>
                    <a:p>
                      <a:pPr algn="ctr">
                        <a:buNone/>
                      </a:pPr>
                      <a:r>
                        <a:rPr lang="en-IN" sz="1400"/>
                        <a:t>O0140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6434677"/>
                  </a:ext>
                </a:extLst>
              </a:tr>
              <a:tr h="27686">
                <a:tc>
                  <a:txBody>
                    <a:bodyPr/>
                    <a:lstStyle/>
                    <a:p>
                      <a:pPr algn="ctr">
                        <a:buNone/>
                      </a:pPr>
                      <a:r>
                        <a:rPr lang="en-IN" sz="1400"/>
                        <a:t>O0141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793292"/>
                  </a:ext>
                </a:extLst>
              </a:tr>
              <a:tr h="27686">
                <a:tc>
                  <a:txBody>
                    <a:bodyPr/>
                    <a:lstStyle/>
                    <a:p>
                      <a:pPr algn="ctr">
                        <a:buNone/>
                      </a:pPr>
                      <a:r>
                        <a:rPr lang="en-IN" sz="1400"/>
                        <a:t>O0142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520458"/>
                  </a:ext>
                </a:extLst>
              </a:tr>
              <a:tr h="27686">
                <a:tc>
                  <a:txBody>
                    <a:bodyPr/>
                    <a:lstStyle/>
                    <a:p>
                      <a:pPr algn="ctr">
                        <a:buNone/>
                      </a:pPr>
                      <a:r>
                        <a:rPr lang="en-IN" sz="1400"/>
                        <a:t>O0143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9868017"/>
                  </a:ext>
                </a:extLst>
              </a:tr>
              <a:tr h="27686">
                <a:tc>
                  <a:txBody>
                    <a:bodyPr/>
                    <a:lstStyle/>
                    <a:p>
                      <a:pPr algn="ctr">
                        <a:buNone/>
                      </a:pPr>
                      <a:r>
                        <a:rPr lang="en-IN" sz="1400"/>
                        <a:t>O0144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0318359"/>
                  </a:ext>
                </a:extLst>
              </a:tr>
              <a:tr h="27686">
                <a:tc>
                  <a:txBody>
                    <a:bodyPr/>
                    <a:lstStyle/>
                    <a:p>
                      <a:pPr algn="ctr">
                        <a:buNone/>
                      </a:pPr>
                      <a:r>
                        <a:rPr lang="en-IN" sz="1400"/>
                        <a:t>O0145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271864"/>
                  </a:ext>
                </a:extLst>
              </a:tr>
              <a:tr h="27686">
                <a:tc>
                  <a:txBody>
                    <a:bodyPr/>
                    <a:lstStyle/>
                    <a:p>
                      <a:pPr algn="ctr">
                        <a:buNone/>
                      </a:pPr>
                      <a:r>
                        <a:rPr lang="en-IN" sz="1400"/>
                        <a:t>O0146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969924"/>
                  </a:ext>
                </a:extLst>
              </a:tr>
              <a:tr h="27686">
                <a:tc>
                  <a:txBody>
                    <a:bodyPr/>
                    <a:lstStyle/>
                    <a:p>
                      <a:pPr algn="ctr">
                        <a:buNone/>
                      </a:pPr>
                      <a:r>
                        <a:rPr lang="en-IN" sz="1400"/>
                        <a:t>O0147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9534405"/>
                  </a:ext>
                </a:extLst>
              </a:tr>
              <a:tr h="27686">
                <a:tc>
                  <a:txBody>
                    <a:bodyPr/>
                    <a:lstStyle/>
                    <a:p>
                      <a:pPr algn="ctr">
                        <a:buNone/>
                      </a:pPr>
                      <a:r>
                        <a:rPr lang="en-IN" sz="1400"/>
                        <a:t>O0148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644730"/>
                  </a:ext>
                </a:extLst>
              </a:tr>
              <a:tr h="27686">
                <a:tc>
                  <a:txBody>
                    <a:bodyPr/>
                    <a:lstStyle/>
                    <a:p>
                      <a:pPr algn="ctr">
                        <a:buNone/>
                      </a:pPr>
                      <a:r>
                        <a:rPr lang="en-IN" sz="1400"/>
                        <a:t>O0149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337371"/>
                  </a:ext>
                </a:extLst>
              </a:tr>
              <a:tr h="27686">
                <a:tc>
                  <a:txBody>
                    <a:bodyPr/>
                    <a:lstStyle/>
                    <a:p>
                      <a:pPr algn="ctr">
                        <a:buNone/>
                      </a:pPr>
                      <a:r>
                        <a:rPr lang="en-IN" sz="1400"/>
                        <a:t>O0150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4644824"/>
                  </a:ext>
                </a:extLst>
              </a:tr>
              <a:tr h="27686">
                <a:tc>
                  <a:txBody>
                    <a:bodyPr/>
                    <a:lstStyle/>
                    <a:p>
                      <a:pPr algn="ctr">
                        <a:buNone/>
                      </a:pPr>
                      <a:r>
                        <a:rPr lang="en-IN" sz="1400"/>
                        <a:t>O0151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5577448"/>
                  </a:ext>
                </a:extLst>
              </a:tr>
              <a:tr h="27686">
                <a:tc>
                  <a:txBody>
                    <a:bodyPr/>
                    <a:lstStyle/>
                    <a:p>
                      <a:pPr algn="ctr">
                        <a:buNone/>
                      </a:pPr>
                      <a:r>
                        <a:rPr lang="en-IN" sz="1400"/>
                        <a:t>O0152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334399"/>
                  </a:ext>
                </a:extLst>
              </a:tr>
              <a:tr h="27686">
                <a:tc>
                  <a:txBody>
                    <a:bodyPr/>
                    <a:lstStyle/>
                    <a:p>
                      <a:pPr algn="ctr">
                        <a:buNone/>
                      </a:pPr>
                      <a:r>
                        <a:rPr lang="en-IN" sz="1400"/>
                        <a:t>O0153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323822"/>
                  </a:ext>
                </a:extLst>
              </a:tr>
              <a:tr h="27686">
                <a:tc>
                  <a:txBody>
                    <a:bodyPr/>
                    <a:lstStyle/>
                    <a:p>
                      <a:pPr algn="ctr">
                        <a:buNone/>
                      </a:pPr>
                      <a:r>
                        <a:rPr lang="en-IN" sz="1400"/>
                        <a:t>O0154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774299"/>
                  </a:ext>
                </a:extLst>
              </a:tr>
              <a:tr h="27686">
                <a:tc>
                  <a:txBody>
                    <a:bodyPr/>
                    <a:lstStyle/>
                    <a:p>
                      <a:pPr algn="ctr">
                        <a:buNone/>
                      </a:pPr>
                      <a:r>
                        <a:rPr lang="en-IN" sz="1400"/>
                        <a:t>O0155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4989726"/>
                  </a:ext>
                </a:extLst>
              </a:tr>
              <a:tr h="27686">
                <a:tc>
                  <a:txBody>
                    <a:bodyPr/>
                    <a:lstStyle/>
                    <a:p>
                      <a:pPr algn="ctr">
                        <a:buNone/>
                      </a:pPr>
                      <a:r>
                        <a:rPr lang="en-IN" sz="1400"/>
                        <a:t>O0156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4062951"/>
                  </a:ext>
                </a:extLst>
              </a:tr>
              <a:tr h="27686">
                <a:tc>
                  <a:txBody>
                    <a:bodyPr/>
                    <a:lstStyle/>
                    <a:p>
                      <a:pPr algn="ctr">
                        <a:buNone/>
                      </a:pPr>
                      <a:r>
                        <a:rPr lang="en-IN" sz="1400"/>
                        <a:t>O0157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996616"/>
                  </a:ext>
                </a:extLst>
              </a:tr>
              <a:tr h="27686">
                <a:tc>
                  <a:txBody>
                    <a:bodyPr/>
                    <a:lstStyle/>
                    <a:p>
                      <a:pPr algn="ctr">
                        <a:buNone/>
                      </a:pPr>
                      <a:r>
                        <a:rPr lang="en-IN" sz="1400"/>
                        <a:t>O0158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6338841"/>
                  </a:ext>
                </a:extLst>
              </a:tr>
              <a:tr h="27686">
                <a:tc>
                  <a:txBody>
                    <a:bodyPr/>
                    <a:lstStyle/>
                    <a:p>
                      <a:pPr algn="ctr">
                        <a:buNone/>
                      </a:pPr>
                      <a:r>
                        <a:rPr lang="en-IN" sz="1400"/>
                        <a:t>O0159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43717"/>
                  </a:ext>
                </a:extLst>
              </a:tr>
              <a:tr h="27686">
                <a:tc>
                  <a:txBody>
                    <a:bodyPr/>
                    <a:lstStyle/>
                    <a:p>
                      <a:pPr algn="ctr">
                        <a:buNone/>
                      </a:pPr>
                      <a:r>
                        <a:rPr lang="en-IN" sz="1400"/>
                        <a:t>O0160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7906319"/>
                  </a:ext>
                </a:extLst>
              </a:tr>
              <a:tr h="27686">
                <a:tc>
                  <a:txBody>
                    <a:bodyPr/>
                    <a:lstStyle/>
                    <a:p>
                      <a:pPr algn="ctr">
                        <a:buNone/>
                      </a:pPr>
                      <a:r>
                        <a:rPr lang="en-IN" sz="1400"/>
                        <a:t>O0161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58273"/>
                  </a:ext>
                </a:extLst>
              </a:tr>
              <a:tr h="27686">
                <a:tc>
                  <a:txBody>
                    <a:bodyPr/>
                    <a:lstStyle/>
                    <a:p>
                      <a:pPr algn="ctr">
                        <a:buNone/>
                      </a:pPr>
                      <a:r>
                        <a:rPr lang="en-IN" sz="1400"/>
                        <a:t>O0162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804791"/>
                  </a:ext>
                </a:extLst>
              </a:tr>
              <a:tr h="27686">
                <a:tc>
                  <a:txBody>
                    <a:bodyPr/>
                    <a:lstStyle/>
                    <a:p>
                      <a:pPr algn="ctr">
                        <a:buNone/>
                      </a:pPr>
                      <a:r>
                        <a:rPr lang="en-IN" sz="1400"/>
                        <a:t>O0163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248694"/>
                  </a:ext>
                </a:extLst>
              </a:tr>
              <a:tr h="27686">
                <a:tc>
                  <a:txBody>
                    <a:bodyPr/>
                    <a:lstStyle/>
                    <a:p>
                      <a:pPr algn="ctr">
                        <a:buNone/>
                      </a:pPr>
                      <a:r>
                        <a:rPr lang="en-IN" sz="1400"/>
                        <a:t>O0164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85621"/>
                  </a:ext>
                </a:extLst>
              </a:tr>
              <a:tr h="27686">
                <a:tc>
                  <a:txBody>
                    <a:bodyPr/>
                    <a:lstStyle/>
                    <a:p>
                      <a:pPr algn="ctr">
                        <a:buNone/>
                      </a:pPr>
                      <a:r>
                        <a:rPr lang="en-IN" sz="1400"/>
                        <a:t>O0165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5003878"/>
                  </a:ext>
                </a:extLst>
              </a:tr>
              <a:tr h="27686">
                <a:tc>
                  <a:txBody>
                    <a:bodyPr/>
                    <a:lstStyle/>
                    <a:p>
                      <a:pPr algn="ctr">
                        <a:buNone/>
                      </a:pPr>
                      <a:r>
                        <a:rPr lang="en-IN" sz="1400"/>
                        <a:t>O0166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405993"/>
                  </a:ext>
                </a:extLst>
              </a:tr>
              <a:tr h="27686">
                <a:tc>
                  <a:txBody>
                    <a:bodyPr/>
                    <a:lstStyle/>
                    <a:p>
                      <a:pPr algn="ctr">
                        <a:buNone/>
                      </a:pPr>
                      <a:r>
                        <a:rPr lang="en-IN" sz="1400"/>
                        <a:t>O0167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9952583"/>
                  </a:ext>
                </a:extLst>
              </a:tr>
              <a:tr h="27686">
                <a:tc>
                  <a:txBody>
                    <a:bodyPr/>
                    <a:lstStyle/>
                    <a:p>
                      <a:pPr algn="ctr">
                        <a:buNone/>
                      </a:pPr>
                      <a:r>
                        <a:rPr lang="en-IN" sz="1400"/>
                        <a:t>O0168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0672179"/>
                  </a:ext>
                </a:extLst>
              </a:tr>
              <a:tr h="27686">
                <a:tc>
                  <a:txBody>
                    <a:bodyPr/>
                    <a:lstStyle/>
                    <a:p>
                      <a:pPr algn="ctr">
                        <a:buNone/>
                      </a:pPr>
                      <a:r>
                        <a:rPr lang="en-IN" sz="1400"/>
                        <a:t>O0169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0789213"/>
                  </a:ext>
                </a:extLst>
              </a:tr>
              <a:tr h="27686">
                <a:tc>
                  <a:txBody>
                    <a:bodyPr/>
                    <a:lstStyle/>
                    <a:p>
                      <a:pPr algn="ctr">
                        <a:buNone/>
                      </a:pPr>
                      <a:r>
                        <a:rPr lang="en-IN" sz="1400"/>
                        <a:t>O0170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5212712"/>
                  </a:ext>
                </a:extLst>
              </a:tr>
              <a:tr h="27686">
                <a:tc>
                  <a:txBody>
                    <a:bodyPr/>
                    <a:lstStyle/>
                    <a:p>
                      <a:pPr algn="ctr">
                        <a:buNone/>
                      </a:pPr>
                      <a:r>
                        <a:rPr lang="en-IN" sz="1400"/>
                        <a:t>O0171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0328127"/>
                  </a:ext>
                </a:extLst>
              </a:tr>
              <a:tr h="27686">
                <a:tc>
                  <a:txBody>
                    <a:bodyPr/>
                    <a:lstStyle/>
                    <a:p>
                      <a:pPr algn="ctr">
                        <a:buNone/>
                      </a:pPr>
                      <a:r>
                        <a:rPr lang="en-IN" sz="1400"/>
                        <a:t>O0172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4935162"/>
                  </a:ext>
                </a:extLst>
              </a:tr>
              <a:tr h="27686">
                <a:tc>
                  <a:txBody>
                    <a:bodyPr/>
                    <a:lstStyle/>
                    <a:p>
                      <a:pPr algn="ctr">
                        <a:buNone/>
                      </a:pPr>
                      <a:r>
                        <a:rPr lang="en-IN" sz="1400"/>
                        <a:t>O0173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7128672"/>
                  </a:ext>
                </a:extLst>
              </a:tr>
              <a:tr h="27686">
                <a:tc>
                  <a:txBody>
                    <a:bodyPr/>
                    <a:lstStyle/>
                    <a:p>
                      <a:pPr algn="ctr">
                        <a:buNone/>
                      </a:pPr>
                      <a:r>
                        <a:rPr lang="en-IN" sz="1400"/>
                        <a:t>O0174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338319"/>
                  </a:ext>
                </a:extLst>
              </a:tr>
              <a:tr h="27686">
                <a:tc>
                  <a:txBody>
                    <a:bodyPr/>
                    <a:lstStyle/>
                    <a:p>
                      <a:pPr algn="ctr">
                        <a:buNone/>
                      </a:pPr>
                      <a:r>
                        <a:rPr lang="en-IN" sz="1400"/>
                        <a:t>O0175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081805"/>
                  </a:ext>
                </a:extLst>
              </a:tr>
              <a:tr h="27686">
                <a:tc>
                  <a:txBody>
                    <a:bodyPr/>
                    <a:lstStyle/>
                    <a:p>
                      <a:pPr algn="ctr">
                        <a:buNone/>
                      </a:pPr>
                      <a:r>
                        <a:rPr lang="en-IN" sz="1400"/>
                        <a:t>O0176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8852265"/>
                  </a:ext>
                </a:extLst>
              </a:tr>
              <a:tr h="27686">
                <a:tc>
                  <a:txBody>
                    <a:bodyPr/>
                    <a:lstStyle/>
                    <a:p>
                      <a:pPr algn="ctr">
                        <a:buNone/>
                      </a:pPr>
                      <a:r>
                        <a:rPr lang="en-IN" sz="1400"/>
                        <a:t>O0177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7341006"/>
                  </a:ext>
                </a:extLst>
              </a:tr>
              <a:tr h="27686">
                <a:tc>
                  <a:txBody>
                    <a:bodyPr/>
                    <a:lstStyle/>
                    <a:p>
                      <a:pPr algn="ctr">
                        <a:buNone/>
                      </a:pPr>
                      <a:r>
                        <a:rPr lang="en-IN" sz="1400"/>
                        <a:t>O0178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4290820"/>
                  </a:ext>
                </a:extLst>
              </a:tr>
              <a:tr h="27686">
                <a:tc>
                  <a:txBody>
                    <a:bodyPr/>
                    <a:lstStyle/>
                    <a:p>
                      <a:pPr algn="ctr">
                        <a:buNone/>
                      </a:pPr>
                      <a:r>
                        <a:rPr lang="en-IN" sz="1400"/>
                        <a:t>O0179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151434"/>
                  </a:ext>
                </a:extLst>
              </a:tr>
              <a:tr h="27686">
                <a:tc>
                  <a:txBody>
                    <a:bodyPr/>
                    <a:lstStyle/>
                    <a:p>
                      <a:pPr algn="ctr">
                        <a:buNone/>
                      </a:pPr>
                      <a:r>
                        <a:rPr lang="en-IN" sz="1400"/>
                        <a:t>O0180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732871"/>
                  </a:ext>
                </a:extLst>
              </a:tr>
              <a:tr h="27686">
                <a:tc>
                  <a:txBody>
                    <a:bodyPr/>
                    <a:lstStyle/>
                    <a:p>
                      <a:pPr algn="ctr">
                        <a:buNone/>
                      </a:pPr>
                      <a:r>
                        <a:rPr lang="en-IN" sz="1400"/>
                        <a:t>O0181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010466"/>
                  </a:ext>
                </a:extLst>
              </a:tr>
              <a:tr h="27686">
                <a:tc>
                  <a:txBody>
                    <a:bodyPr/>
                    <a:lstStyle/>
                    <a:p>
                      <a:pPr algn="ctr">
                        <a:buNone/>
                      </a:pPr>
                      <a:r>
                        <a:rPr lang="en-IN" sz="1400"/>
                        <a:t>O0182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7071595"/>
                  </a:ext>
                </a:extLst>
              </a:tr>
              <a:tr h="27686">
                <a:tc>
                  <a:txBody>
                    <a:bodyPr/>
                    <a:lstStyle/>
                    <a:p>
                      <a:pPr algn="ctr">
                        <a:buNone/>
                      </a:pPr>
                      <a:r>
                        <a:rPr lang="en-IN" sz="1400"/>
                        <a:t>O0183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749131"/>
                  </a:ext>
                </a:extLst>
              </a:tr>
              <a:tr h="27686">
                <a:tc>
                  <a:txBody>
                    <a:bodyPr/>
                    <a:lstStyle/>
                    <a:p>
                      <a:pPr algn="ctr">
                        <a:buNone/>
                      </a:pPr>
                      <a:r>
                        <a:rPr lang="en-IN" sz="1400"/>
                        <a:t>O0184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1648667"/>
                  </a:ext>
                </a:extLst>
              </a:tr>
              <a:tr h="27686">
                <a:tc>
                  <a:txBody>
                    <a:bodyPr/>
                    <a:lstStyle/>
                    <a:p>
                      <a:pPr algn="ctr">
                        <a:buNone/>
                      </a:pPr>
                      <a:r>
                        <a:rPr lang="en-IN" sz="1400"/>
                        <a:t>O0185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3451202"/>
                  </a:ext>
                </a:extLst>
              </a:tr>
              <a:tr h="27686">
                <a:tc>
                  <a:txBody>
                    <a:bodyPr/>
                    <a:lstStyle/>
                    <a:p>
                      <a:pPr algn="ctr">
                        <a:buNone/>
                      </a:pPr>
                      <a:r>
                        <a:rPr lang="en-IN" sz="1400"/>
                        <a:t>O0186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0760097"/>
                  </a:ext>
                </a:extLst>
              </a:tr>
              <a:tr h="27686">
                <a:tc>
                  <a:txBody>
                    <a:bodyPr/>
                    <a:lstStyle/>
                    <a:p>
                      <a:pPr algn="ctr">
                        <a:buNone/>
                      </a:pPr>
                      <a:r>
                        <a:rPr lang="en-IN" sz="1400"/>
                        <a:t>O0187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4560969"/>
                  </a:ext>
                </a:extLst>
              </a:tr>
              <a:tr h="27686">
                <a:tc>
                  <a:txBody>
                    <a:bodyPr/>
                    <a:lstStyle/>
                    <a:p>
                      <a:pPr algn="ctr">
                        <a:buNone/>
                      </a:pPr>
                      <a:r>
                        <a:rPr lang="en-IN" sz="1400"/>
                        <a:t>O0188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878864"/>
                  </a:ext>
                </a:extLst>
              </a:tr>
              <a:tr h="27686">
                <a:tc>
                  <a:txBody>
                    <a:bodyPr/>
                    <a:lstStyle/>
                    <a:p>
                      <a:pPr algn="ctr">
                        <a:buNone/>
                      </a:pPr>
                      <a:r>
                        <a:rPr lang="en-IN" sz="1400"/>
                        <a:t>O0189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2132785"/>
                  </a:ext>
                </a:extLst>
              </a:tr>
              <a:tr h="27686">
                <a:tc>
                  <a:txBody>
                    <a:bodyPr/>
                    <a:lstStyle/>
                    <a:p>
                      <a:pPr algn="ctr">
                        <a:buNone/>
                      </a:pPr>
                      <a:r>
                        <a:rPr lang="en-IN" sz="1400"/>
                        <a:t>O0190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3403704"/>
                  </a:ext>
                </a:extLst>
              </a:tr>
              <a:tr h="27686">
                <a:tc>
                  <a:txBody>
                    <a:bodyPr/>
                    <a:lstStyle/>
                    <a:p>
                      <a:pPr algn="ctr">
                        <a:buNone/>
                      </a:pPr>
                      <a:r>
                        <a:rPr lang="en-IN" sz="1400"/>
                        <a:t>O0191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498614"/>
                  </a:ext>
                </a:extLst>
              </a:tr>
              <a:tr h="27686">
                <a:tc>
                  <a:txBody>
                    <a:bodyPr/>
                    <a:lstStyle/>
                    <a:p>
                      <a:pPr algn="ctr">
                        <a:buNone/>
                      </a:pPr>
                      <a:r>
                        <a:rPr lang="en-IN" sz="1400"/>
                        <a:t>O0192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9002929"/>
                  </a:ext>
                </a:extLst>
              </a:tr>
              <a:tr h="27686">
                <a:tc>
                  <a:txBody>
                    <a:bodyPr/>
                    <a:lstStyle/>
                    <a:p>
                      <a:pPr algn="ctr">
                        <a:buNone/>
                      </a:pPr>
                      <a:r>
                        <a:rPr lang="en-IN" sz="1400"/>
                        <a:t>O0193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366147"/>
                  </a:ext>
                </a:extLst>
              </a:tr>
              <a:tr h="27686">
                <a:tc>
                  <a:txBody>
                    <a:bodyPr/>
                    <a:lstStyle/>
                    <a:p>
                      <a:pPr algn="ctr">
                        <a:buNone/>
                      </a:pPr>
                      <a:r>
                        <a:rPr lang="en-IN" sz="1400"/>
                        <a:t>O0194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507732"/>
                  </a:ext>
                </a:extLst>
              </a:tr>
              <a:tr h="27686">
                <a:tc>
                  <a:txBody>
                    <a:bodyPr/>
                    <a:lstStyle/>
                    <a:p>
                      <a:pPr algn="ctr">
                        <a:buNone/>
                      </a:pPr>
                      <a:r>
                        <a:rPr lang="en-IN" sz="1400"/>
                        <a:t>O0195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148095"/>
                  </a:ext>
                </a:extLst>
              </a:tr>
              <a:tr h="27686">
                <a:tc>
                  <a:txBody>
                    <a:bodyPr/>
                    <a:lstStyle/>
                    <a:p>
                      <a:pPr algn="ctr">
                        <a:buNone/>
                      </a:pPr>
                      <a:r>
                        <a:rPr lang="en-IN" sz="1400"/>
                        <a:t>O0196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9509800"/>
                  </a:ext>
                </a:extLst>
              </a:tr>
              <a:tr h="27686">
                <a:tc>
                  <a:txBody>
                    <a:bodyPr/>
                    <a:lstStyle/>
                    <a:p>
                      <a:pPr algn="ctr">
                        <a:buNone/>
                      </a:pPr>
                      <a:r>
                        <a:rPr lang="en-IN" sz="1400"/>
                        <a:t>O0197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0489451"/>
                  </a:ext>
                </a:extLst>
              </a:tr>
              <a:tr h="27686">
                <a:tc>
                  <a:txBody>
                    <a:bodyPr/>
                    <a:lstStyle/>
                    <a:p>
                      <a:pPr algn="ctr">
                        <a:buNone/>
                      </a:pPr>
                      <a:r>
                        <a:rPr lang="en-IN" sz="1400"/>
                        <a:t>O0198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743806"/>
                  </a:ext>
                </a:extLst>
              </a:tr>
              <a:tr h="27686">
                <a:tc>
                  <a:txBody>
                    <a:bodyPr/>
                    <a:lstStyle/>
                    <a:p>
                      <a:pPr algn="ctr">
                        <a:buNone/>
                      </a:pPr>
                      <a:r>
                        <a:rPr lang="en-IN" sz="1400"/>
                        <a:t>O0199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1116653"/>
                  </a:ext>
                </a:extLst>
              </a:tr>
              <a:tr h="27686">
                <a:tc>
                  <a:txBody>
                    <a:bodyPr/>
                    <a:lstStyle/>
                    <a:p>
                      <a:pPr algn="ctr">
                        <a:buNone/>
                      </a:pPr>
                      <a:r>
                        <a:rPr lang="en-IN" sz="1400"/>
                        <a:t>O0200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617521"/>
                  </a:ext>
                </a:extLst>
              </a:tr>
              <a:tr h="27686">
                <a:tc>
                  <a:txBody>
                    <a:bodyPr/>
                    <a:lstStyle/>
                    <a:p>
                      <a:pPr algn="ctr">
                        <a:buNone/>
                      </a:pPr>
                      <a:r>
                        <a:rPr lang="en-IN" sz="1400"/>
                        <a:t>O0201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119764"/>
                  </a:ext>
                </a:extLst>
              </a:tr>
              <a:tr h="27686">
                <a:tc>
                  <a:txBody>
                    <a:bodyPr/>
                    <a:lstStyle/>
                    <a:p>
                      <a:pPr algn="ctr">
                        <a:buNone/>
                      </a:pPr>
                      <a:r>
                        <a:rPr lang="en-IN" sz="1400"/>
                        <a:t>O0202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3627383"/>
                  </a:ext>
                </a:extLst>
              </a:tr>
              <a:tr h="27686">
                <a:tc>
                  <a:txBody>
                    <a:bodyPr/>
                    <a:lstStyle/>
                    <a:p>
                      <a:pPr algn="ctr">
                        <a:buNone/>
                      </a:pPr>
                      <a:r>
                        <a:rPr lang="en-IN" sz="1400"/>
                        <a:t>O0203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6893010"/>
                  </a:ext>
                </a:extLst>
              </a:tr>
              <a:tr h="27686">
                <a:tc>
                  <a:txBody>
                    <a:bodyPr/>
                    <a:lstStyle/>
                    <a:p>
                      <a:pPr algn="ctr">
                        <a:buNone/>
                      </a:pPr>
                      <a:r>
                        <a:rPr lang="en-IN" sz="1400"/>
                        <a:t>O0204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486924"/>
                  </a:ext>
                </a:extLst>
              </a:tr>
              <a:tr h="27686">
                <a:tc>
                  <a:txBody>
                    <a:bodyPr/>
                    <a:lstStyle/>
                    <a:p>
                      <a:pPr algn="ctr">
                        <a:buNone/>
                      </a:pPr>
                      <a:r>
                        <a:rPr lang="en-IN" sz="1400"/>
                        <a:t>O0205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814185"/>
                  </a:ext>
                </a:extLst>
              </a:tr>
              <a:tr h="27686">
                <a:tc>
                  <a:txBody>
                    <a:bodyPr/>
                    <a:lstStyle/>
                    <a:p>
                      <a:pPr algn="ctr">
                        <a:buNone/>
                      </a:pPr>
                      <a:r>
                        <a:rPr lang="en-IN" sz="1400"/>
                        <a:t>O0206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8885616"/>
                  </a:ext>
                </a:extLst>
              </a:tr>
              <a:tr h="27686">
                <a:tc>
                  <a:txBody>
                    <a:bodyPr/>
                    <a:lstStyle/>
                    <a:p>
                      <a:pPr algn="ctr">
                        <a:buNone/>
                      </a:pPr>
                      <a:r>
                        <a:rPr lang="en-IN" sz="1400"/>
                        <a:t>O0207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6705612"/>
                  </a:ext>
                </a:extLst>
              </a:tr>
              <a:tr h="27686">
                <a:tc>
                  <a:txBody>
                    <a:bodyPr/>
                    <a:lstStyle/>
                    <a:p>
                      <a:pPr algn="ctr">
                        <a:buNone/>
                      </a:pPr>
                      <a:r>
                        <a:rPr lang="en-IN" sz="1400"/>
                        <a:t>O0208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56351"/>
                  </a:ext>
                </a:extLst>
              </a:tr>
              <a:tr h="27686">
                <a:tc>
                  <a:txBody>
                    <a:bodyPr/>
                    <a:lstStyle/>
                    <a:p>
                      <a:pPr algn="ctr">
                        <a:buNone/>
                      </a:pPr>
                      <a:r>
                        <a:rPr lang="en-IN" sz="1400"/>
                        <a:t>O0209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0039916"/>
                  </a:ext>
                </a:extLst>
              </a:tr>
              <a:tr h="27686">
                <a:tc>
                  <a:txBody>
                    <a:bodyPr/>
                    <a:lstStyle/>
                    <a:p>
                      <a:pPr algn="ctr">
                        <a:buNone/>
                      </a:pPr>
                      <a:r>
                        <a:rPr lang="en-IN" sz="1400"/>
                        <a:t>O0210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7745403"/>
                  </a:ext>
                </a:extLst>
              </a:tr>
              <a:tr h="27686">
                <a:tc>
                  <a:txBody>
                    <a:bodyPr/>
                    <a:lstStyle/>
                    <a:p>
                      <a:pPr algn="ctr">
                        <a:buNone/>
                      </a:pPr>
                      <a:r>
                        <a:rPr lang="en-IN" sz="1400"/>
                        <a:t>O0211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3116540"/>
                  </a:ext>
                </a:extLst>
              </a:tr>
              <a:tr h="27686">
                <a:tc>
                  <a:txBody>
                    <a:bodyPr/>
                    <a:lstStyle/>
                    <a:p>
                      <a:pPr algn="ctr">
                        <a:buNone/>
                      </a:pPr>
                      <a:r>
                        <a:rPr lang="en-IN" sz="1400"/>
                        <a:t>O0212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3788018"/>
                  </a:ext>
                </a:extLst>
              </a:tr>
              <a:tr h="27686">
                <a:tc>
                  <a:txBody>
                    <a:bodyPr/>
                    <a:lstStyle/>
                    <a:p>
                      <a:pPr algn="ctr">
                        <a:buNone/>
                      </a:pPr>
                      <a:r>
                        <a:rPr lang="en-IN" sz="1400"/>
                        <a:t>O0213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045912"/>
                  </a:ext>
                </a:extLst>
              </a:tr>
              <a:tr h="27686">
                <a:tc>
                  <a:txBody>
                    <a:bodyPr/>
                    <a:lstStyle/>
                    <a:p>
                      <a:pPr algn="ctr">
                        <a:buNone/>
                      </a:pPr>
                      <a:r>
                        <a:rPr lang="en-IN" sz="1400"/>
                        <a:t>O0214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5414247"/>
                  </a:ext>
                </a:extLst>
              </a:tr>
              <a:tr h="27686">
                <a:tc>
                  <a:txBody>
                    <a:bodyPr/>
                    <a:lstStyle/>
                    <a:p>
                      <a:pPr algn="ctr">
                        <a:buNone/>
                      </a:pPr>
                      <a:r>
                        <a:rPr lang="en-IN" sz="1400"/>
                        <a:t>O0215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111631"/>
                  </a:ext>
                </a:extLst>
              </a:tr>
              <a:tr h="27686">
                <a:tc>
                  <a:txBody>
                    <a:bodyPr/>
                    <a:lstStyle/>
                    <a:p>
                      <a:pPr algn="ctr">
                        <a:buNone/>
                      </a:pPr>
                      <a:r>
                        <a:rPr lang="en-IN" sz="1400"/>
                        <a:t>O0216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281988"/>
                  </a:ext>
                </a:extLst>
              </a:tr>
              <a:tr h="27686">
                <a:tc>
                  <a:txBody>
                    <a:bodyPr/>
                    <a:lstStyle/>
                    <a:p>
                      <a:pPr algn="ctr">
                        <a:buNone/>
                      </a:pPr>
                      <a:r>
                        <a:rPr lang="en-IN" sz="1400"/>
                        <a:t>O0217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4332046"/>
                  </a:ext>
                </a:extLst>
              </a:tr>
              <a:tr h="27686">
                <a:tc>
                  <a:txBody>
                    <a:bodyPr/>
                    <a:lstStyle/>
                    <a:p>
                      <a:pPr algn="ctr">
                        <a:buNone/>
                      </a:pPr>
                      <a:r>
                        <a:rPr lang="en-IN" sz="1400"/>
                        <a:t>O0218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6533628"/>
                  </a:ext>
                </a:extLst>
              </a:tr>
              <a:tr h="27686">
                <a:tc>
                  <a:txBody>
                    <a:bodyPr/>
                    <a:lstStyle/>
                    <a:p>
                      <a:pPr algn="ctr">
                        <a:buNone/>
                      </a:pPr>
                      <a:r>
                        <a:rPr lang="en-IN" sz="1400"/>
                        <a:t>O0219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834523"/>
                  </a:ext>
                </a:extLst>
              </a:tr>
              <a:tr h="27686">
                <a:tc>
                  <a:txBody>
                    <a:bodyPr/>
                    <a:lstStyle/>
                    <a:p>
                      <a:pPr algn="ctr">
                        <a:buNone/>
                      </a:pPr>
                      <a:r>
                        <a:rPr lang="en-IN" sz="1400"/>
                        <a:t>O0220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1989838"/>
                  </a:ext>
                </a:extLst>
              </a:tr>
              <a:tr h="27686">
                <a:tc>
                  <a:txBody>
                    <a:bodyPr/>
                    <a:lstStyle/>
                    <a:p>
                      <a:pPr algn="ctr">
                        <a:buNone/>
                      </a:pPr>
                      <a:r>
                        <a:rPr lang="en-IN" sz="1400"/>
                        <a:t>O0221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1574561"/>
                  </a:ext>
                </a:extLst>
              </a:tr>
              <a:tr h="27686">
                <a:tc>
                  <a:txBody>
                    <a:bodyPr/>
                    <a:lstStyle/>
                    <a:p>
                      <a:pPr algn="ctr">
                        <a:buNone/>
                      </a:pPr>
                      <a:r>
                        <a:rPr lang="en-IN" sz="1400"/>
                        <a:t>O0222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002871"/>
                  </a:ext>
                </a:extLst>
              </a:tr>
              <a:tr h="27686">
                <a:tc>
                  <a:txBody>
                    <a:bodyPr/>
                    <a:lstStyle/>
                    <a:p>
                      <a:pPr algn="ctr">
                        <a:buNone/>
                      </a:pPr>
                      <a:r>
                        <a:rPr lang="en-IN" sz="1400"/>
                        <a:t>O0223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2947223"/>
                  </a:ext>
                </a:extLst>
              </a:tr>
              <a:tr h="27686">
                <a:tc>
                  <a:txBody>
                    <a:bodyPr/>
                    <a:lstStyle/>
                    <a:p>
                      <a:pPr algn="ctr">
                        <a:buNone/>
                      </a:pPr>
                      <a:r>
                        <a:rPr lang="en-IN" sz="1400"/>
                        <a:t>O0224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0424032"/>
                  </a:ext>
                </a:extLst>
              </a:tr>
              <a:tr h="27686">
                <a:tc>
                  <a:txBody>
                    <a:bodyPr/>
                    <a:lstStyle/>
                    <a:p>
                      <a:pPr algn="ctr">
                        <a:buNone/>
                      </a:pPr>
                      <a:r>
                        <a:rPr lang="en-IN" sz="1400"/>
                        <a:t>O0225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539421"/>
                  </a:ext>
                </a:extLst>
              </a:tr>
              <a:tr h="27686">
                <a:tc>
                  <a:txBody>
                    <a:bodyPr/>
                    <a:lstStyle/>
                    <a:p>
                      <a:pPr algn="ctr">
                        <a:buNone/>
                      </a:pPr>
                      <a:r>
                        <a:rPr lang="en-IN" sz="1400"/>
                        <a:t>O0226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2701879"/>
                  </a:ext>
                </a:extLst>
              </a:tr>
              <a:tr h="27686">
                <a:tc>
                  <a:txBody>
                    <a:bodyPr/>
                    <a:lstStyle/>
                    <a:p>
                      <a:pPr algn="ctr">
                        <a:buNone/>
                      </a:pPr>
                      <a:r>
                        <a:rPr lang="en-IN" sz="1400"/>
                        <a:t>O0227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4176567"/>
                  </a:ext>
                </a:extLst>
              </a:tr>
              <a:tr h="27686">
                <a:tc>
                  <a:txBody>
                    <a:bodyPr/>
                    <a:lstStyle/>
                    <a:p>
                      <a:pPr algn="ctr">
                        <a:buNone/>
                      </a:pPr>
                      <a:r>
                        <a:rPr lang="en-IN" sz="1400"/>
                        <a:t>O0228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0629801"/>
                  </a:ext>
                </a:extLst>
              </a:tr>
              <a:tr h="27686">
                <a:tc>
                  <a:txBody>
                    <a:bodyPr/>
                    <a:lstStyle/>
                    <a:p>
                      <a:pPr algn="ctr">
                        <a:buNone/>
                      </a:pPr>
                      <a:r>
                        <a:rPr lang="en-IN" sz="1400"/>
                        <a:t>O0229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1028628"/>
                  </a:ext>
                </a:extLst>
              </a:tr>
              <a:tr h="27686">
                <a:tc>
                  <a:txBody>
                    <a:bodyPr/>
                    <a:lstStyle/>
                    <a:p>
                      <a:pPr algn="ctr">
                        <a:buNone/>
                      </a:pPr>
                      <a:r>
                        <a:rPr lang="en-IN" sz="1400"/>
                        <a:t>O0230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826721"/>
                  </a:ext>
                </a:extLst>
              </a:tr>
              <a:tr h="27686">
                <a:tc>
                  <a:txBody>
                    <a:bodyPr/>
                    <a:lstStyle/>
                    <a:p>
                      <a:pPr algn="ctr">
                        <a:buNone/>
                      </a:pPr>
                      <a:r>
                        <a:rPr lang="en-IN" sz="1400"/>
                        <a:t>O0231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0417100"/>
                  </a:ext>
                </a:extLst>
              </a:tr>
              <a:tr h="27686">
                <a:tc>
                  <a:txBody>
                    <a:bodyPr/>
                    <a:lstStyle/>
                    <a:p>
                      <a:pPr algn="ctr">
                        <a:buNone/>
                      </a:pPr>
                      <a:r>
                        <a:rPr lang="en-IN" sz="1400"/>
                        <a:t>O0232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508253"/>
                  </a:ext>
                </a:extLst>
              </a:tr>
              <a:tr h="27686">
                <a:tc>
                  <a:txBody>
                    <a:bodyPr/>
                    <a:lstStyle/>
                    <a:p>
                      <a:pPr algn="ctr">
                        <a:buNone/>
                      </a:pPr>
                      <a:r>
                        <a:rPr lang="en-IN" sz="1400"/>
                        <a:t>O0233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169957"/>
                  </a:ext>
                </a:extLst>
              </a:tr>
              <a:tr h="27686">
                <a:tc>
                  <a:txBody>
                    <a:bodyPr/>
                    <a:lstStyle/>
                    <a:p>
                      <a:pPr algn="ctr">
                        <a:buNone/>
                      </a:pPr>
                      <a:r>
                        <a:rPr lang="en-IN" sz="1400"/>
                        <a:t>O0234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5614154"/>
                  </a:ext>
                </a:extLst>
              </a:tr>
              <a:tr h="27686">
                <a:tc>
                  <a:txBody>
                    <a:bodyPr/>
                    <a:lstStyle/>
                    <a:p>
                      <a:pPr algn="ctr">
                        <a:buNone/>
                      </a:pPr>
                      <a:r>
                        <a:rPr lang="en-IN" sz="1400"/>
                        <a:t>O0235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3485234"/>
                  </a:ext>
                </a:extLst>
              </a:tr>
              <a:tr h="27686">
                <a:tc>
                  <a:txBody>
                    <a:bodyPr/>
                    <a:lstStyle/>
                    <a:p>
                      <a:pPr algn="ctr">
                        <a:buNone/>
                      </a:pPr>
                      <a:r>
                        <a:rPr lang="en-IN" sz="1400"/>
                        <a:t>O0236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3655758"/>
                  </a:ext>
                </a:extLst>
              </a:tr>
              <a:tr h="27686">
                <a:tc>
                  <a:txBody>
                    <a:bodyPr/>
                    <a:lstStyle/>
                    <a:p>
                      <a:pPr algn="ctr">
                        <a:buNone/>
                      </a:pPr>
                      <a:r>
                        <a:rPr lang="en-IN" sz="1400"/>
                        <a:t>O0237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3473377"/>
                  </a:ext>
                </a:extLst>
              </a:tr>
              <a:tr h="27686">
                <a:tc>
                  <a:txBody>
                    <a:bodyPr/>
                    <a:lstStyle/>
                    <a:p>
                      <a:pPr algn="ctr">
                        <a:buNone/>
                      </a:pPr>
                      <a:r>
                        <a:rPr lang="en-IN" sz="1400"/>
                        <a:t>O0238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1242631"/>
                  </a:ext>
                </a:extLst>
              </a:tr>
              <a:tr h="27686">
                <a:tc>
                  <a:txBody>
                    <a:bodyPr/>
                    <a:lstStyle/>
                    <a:p>
                      <a:pPr algn="ctr">
                        <a:buNone/>
                      </a:pPr>
                      <a:r>
                        <a:rPr lang="en-IN" sz="1400"/>
                        <a:t>O0239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0567576"/>
                  </a:ext>
                </a:extLst>
              </a:tr>
              <a:tr h="27686">
                <a:tc>
                  <a:txBody>
                    <a:bodyPr/>
                    <a:lstStyle/>
                    <a:p>
                      <a:pPr algn="ctr">
                        <a:buNone/>
                      </a:pPr>
                      <a:r>
                        <a:rPr lang="en-IN" sz="1400"/>
                        <a:t>O0240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635895"/>
                  </a:ext>
                </a:extLst>
              </a:tr>
              <a:tr h="27686">
                <a:tc>
                  <a:txBody>
                    <a:bodyPr/>
                    <a:lstStyle/>
                    <a:p>
                      <a:pPr algn="ctr">
                        <a:buNone/>
                      </a:pPr>
                      <a:r>
                        <a:rPr lang="en-IN" sz="1400"/>
                        <a:t>O0241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C0234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5795972"/>
                  </a:ext>
                </a:extLst>
              </a:tr>
              <a:tr h="27686">
                <a:tc>
                  <a:txBody>
                    <a:bodyPr/>
                    <a:lstStyle/>
                    <a:p>
                      <a:pPr algn="ctr">
                        <a:buNone/>
                      </a:pPr>
                      <a:r>
                        <a:rPr lang="en-IN" sz="1400"/>
                        <a:t>O0242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9630286"/>
                  </a:ext>
                </a:extLst>
              </a:tr>
              <a:tr h="27686">
                <a:tc>
                  <a:txBody>
                    <a:bodyPr/>
                    <a:lstStyle/>
                    <a:p>
                      <a:pPr algn="ctr">
                        <a:buNone/>
                      </a:pPr>
                      <a:r>
                        <a:rPr lang="en-IN" sz="1400"/>
                        <a:t>O0243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1373359"/>
                  </a:ext>
                </a:extLst>
              </a:tr>
              <a:tr h="27686">
                <a:tc>
                  <a:txBody>
                    <a:bodyPr/>
                    <a:lstStyle/>
                    <a:p>
                      <a:pPr algn="ctr">
                        <a:buNone/>
                      </a:pPr>
                      <a:r>
                        <a:rPr lang="en-IN" sz="1400"/>
                        <a:t>O0244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087049"/>
                  </a:ext>
                </a:extLst>
              </a:tr>
              <a:tr h="27686">
                <a:tc>
                  <a:txBody>
                    <a:bodyPr/>
                    <a:lstStyle/>
                    <a:p>
                      <a:pPr algn="ctr">
                        <a:buNone/>
                      </a:pPr>
                      <a:r>
                        <a:rPr lang="en-IN" sz="1400"/>
                        <a:t>O0245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C1000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3163387"/>
                  </a:ext>
                </a:extLst>
              </a:tr>
              <a:tr h="27686">
                <a:tc>
                  <a:txBody>
                    <a:bodyPr/>
                    <a:lstStyle/>
                    <a:p>
                      <a:pPr algn="ctr">
                        <a:buNone/>
                      </a:pPr>
                      <a:r>
                        <a:rPr lang="en-IN" sz="1400"/>
                        <a:t>O0246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7779363"/>
                  </a:ext>
                </a:extLst>
              </a:tr>
              <a:tr h="27686">
                <a:tc>
                  <a:txBody>
                    <a:bodyPr/>
                    <a:lstStyle/>
                    <a:p>
                      <a:pPr algn="ctr">
                        <a:buNone/>
                      </a:pPr>
                      <a:r>
                        <a:rPr lang="en-IN" sz="1400"/>
                        <a:t>O0247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319275"/>
                  </a:ext>
                </a:extLst>
              </a:tr>
              <a:tr h="27686">
                <a:tc>
                  <a:txBody>
                    <a:bodyPr/>
                    <a:lstStyle/>
                    <a:p>
                      <a:pPr algn="ctr">
                        <a:buNone/>
                      </a:pPr>
                      <a:r>
                        <a:rPr lang="en-IN" sz="1400"/>
                        <a:t>O0248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259050"/>
                  </a:ext>
                </a:extLst>
              </a:tr>
              <a:tr h="27686">
                <a:tc>
                  <a:txBody>
                    <a:bodyPr/>
                    <a:lstStyle/>
                    <a:p>
                      <a:pPr algn="ctr">
                        <a:buNone/>
                      </a:pPr>
                      <a:r>
                        <a:rPr lang="en-IN" sz="1400"/>
                        <a:t>O0249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1747019"/>
                  </a:ext>
                </a:extLst>
              </a:tr>
              <a:tr h="27686">
                <a:tc>
                  <a:txBody>
                    <a:bodyPr/>
                    <a:lstStyle/>
                    <a:p>
                      <a:pPr algn="ctr">
                        <a:buNone/>
                      </a:pPr>
                      <a:r>
                        <a:rPr lang="en-IN" sz="1400"/>
                        <a:t>O0250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3345667"/>
                  </a:ext>
                </a:extLst>
              </a:tr>
              <a:tr h="27686">
                <a:tc>
                  <a:txBody>
                    <a:bodyPr/>
                    <a:lstStyle/>
                    <a:p>
                      <a:pPr algn="ctr">
                        <a:buNone/>
                      </a:pPr>
                      <a:r>
                        <a:rPr lang="en-IN" sz="1400"/>
                        <a:t>O0251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8049182"/>
                  </a:ext>
                </a:extLst>
              </a:tr>
              <a:tr h="27686">
                <a:tc>
                  <a:txBody>
                    <a:bodyPr/>
                    <a:lstStyle/>
                    <a:p>
                      <a:pPr algn="ctr">
                        <a:buNone/>
                      </a:pPr>
                      <a:r>
                        <a:rPr lang="en-IN" sz="1400"/>
                        <a:t>O0252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4252950"/>
                  </a:ext>
                </a:extLst>
              </a:tr>
              <a:tr h="27686">
                <a:tc>
                  <a:txBody>
                    <a:bodyPr/>
                    <a:lstStyle/>
                    <a:p>
                      <a:pPr algn="ctr">
                        <a:buNone/>
                      </a:pPr>
                      <a:r>
                        <a:rPr lang="en-IN" sz="1400"/>
                        <a:t>O0253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3771035"/>
                  </a:ext>
                </a:extLst>
              </a:tr>
              <a:tr h="27686">
                <a:tc>
                  <a:txBody>
                    <a:bodyPr/>
                    <a:lstStyle/>
                    <a:p>
                      <a:pPr algn="ctr">
                        <a:buNone/>
                      </a:pPr>
                      <a:r>
                        <a:rPr lang="en-IN" sz="1400"/>
                        <a:t>O0254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0777366"/>
                  </a:ext>
                </a:extLst>
              </a:tr>
              <a:tr h="27686">
                <a:tc>
                  <a:txBody>
                    <a:bodyPr/>
                    <a:lstStyle/>
                    <a:p>
                      <a:pPr algn="ctr">
                        <a:buNone/>
                      </a:pPr>
                      <a:r>
                        <a:rPr lang="en-IN" sz="1400"/>
                        <a:t>O0255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3960756"/>
                  </a:ext>
                </a:extLst>
              </a:tr>
              <a:tr h="27686">
                <a:tc>
                  <a:txBody>
                    <a:bodyPr/>
                    <a:lstStyle/>
                    <a:p>
                      <a:pPr algn="ctr">
                        <a:buNone/>
                      </a:pPr>
                      <a:r>
                        <a:rPr lang="en-IN" sz="1400"/>
                        <a:t>O0256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142495"/>
                  </a:ext>
                </a:extLst>
              </a:tr>
              <a:tr h="27686">
                <a:tc>
                  <a:txBody>
                    <a:bodyPr/>
                    <a:lstStyle/>
                    <a:p>
                      <a:pPr algn="ctr">
                        <a:buNone/>
                      </a:pPr>
                      <a:r>
                        <a:rPr lang="en-IN" sz="1400"/>
                        <a:t>O0257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C0232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3340100"/>
                  </a:ext>
                </a:extLst>
              </a:tr>
              <a:tr h="27686">
                <a:tc>
                  <a:txBody>
                    <a:bodyPr/>
                    <a:lstStyle/>
                    <a:p>
                      <a:pPr algn="ctr">
                        <a:buNone/>
                      </a:pPr>
                      <a:r>
                        <a:rPr lang="en-IN" sz="1400"/>
                        <a:t>O0258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C0643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0189751"/>
                  </a:ext>
                </a:extLst>
              </a:tr>
              <a:tr h="27686">
                <a:tc>
                  <a:txBody>
                    <a:bodyPr/>
                    <a:lstStyle/>
                    <a:p>
                      <a:pPr algn="ctr">
                        <a:buNone/>
                      </a:pPr>
                      <a:r>
                        <a:rPr lang="en-IN" sz="1400"/>
                        <a:t>O0259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425902"/>
                  </a:ext>
                </a:extLst>
              </a:tr>
              <a:tr h="27686">
                <a:tc>
                  <a:txBody>
                    <a:bodyPr/>
                    <a:lstStyle/>
                    <a:p>
                      <a:pPr algn="ctr">
                        <a:buNone/>
                      </a:pPr>
                      <a:r>
                        <a:rPr lang="en-IN" sz="1400"/>
                        <a:t>O0260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1384927"/>
                  </a:ext>
                </a:extLst>
              </a:tr>
              <a:tr h="27686">
                <a:tc>
                  <a:txBody>
                    <a:bodyPr/>
                    <a:lstStyle/>
                    <a:p>
                      <a:pPr algn="ctr">
                        <a:buNone/>
                      </a:pPr>
                      <a:r>
                        <a:rPr lang="en-IN" sz="1400"/>
                        <a:t>O0261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C0245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1358779"/>
                  </a:ext>
                </a:extLst>
              </a:tr>
              <a:tr h="27686">
                <a:tc>
                  <a:txBody>
                    <a:bodyPr/>
                    <a:lstStyle/>
                    <a:p>
                      <a:pPr algn="ctr">
                        <a:buNone/>
                      </a:pPr>
                      <a:r>
                        <a:rPr lang="en-IN" sz="1400"/>
                        <a:t>O0262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6518184"/>
                  </a:ext>
                </a:extLst>
              </a:tr>
              <a:tr h="27686">
                <a:tc>
                  <a:txBody>
                    <a:bodyPr/>
                    <a:lstStyle/>
                    <a:p>
                      <a:pPr algn="ctr">
                        <a:buNone/>
                      </a:pPr>
                      <a:r>
                        <a:rPr lang="en-IN" sz="1400"/>
                        <a:t>O0263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973130"/>
                  </a:ext>
                </a:extLst>
              </a:tr>
              <a:tr h="27686">
                <a:tc>
                  <a:txBody>
                    <a:bodyPr/>
                    <a:lstStyle/>
                    <a:p>
                      <a:pPr algn="ctr">
                        <a:buNone/>
                      </a:pPr>
                      <a:r>
                        <a:rPr lang="en-IN" sz="1400"/>
                        <a:t>O0264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C0462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0681879"/>
                  </a:ext>
                </a:extLst>
              </a:tr>
              <a:tr h="27686">
                <a:tc>
                  <a:txBody>
                    <a:bodyPr/>
                    <a:lstStyle/>
                    <a:p>
                      <a:pPr algn="ctr">
                        <a:buNone/>
                      </a:pPr>
                      <a:r>
                        <a:rPr lang="en-IN" sz="1400"/>
                        <a:t>O0265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6856896"/>
                  </a:ext>
                </a:extLst>
              </a:tr>
              <a:tr h="27686">
                <a:tc>
                  <a:txBody>
                    <a:bodyPr/>
                    <a:lstStyle/>
                    <a:p>
                      <a:pPr algn="ctr">
                        <a:buNone/>
                      </a:pPr>
                      <a:r>
                        <a:rPr lang="en-IN" sz="1400"/>
                        <a:t>O0266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9771378"/>
                  </a:ext>
                </a:extLst>
              </a:tr>
              <a:tr h="27686">
                <a:tc>
                  <a:txBody>
                    <a:bodyPr/>
                    <a:lstStyle/>
                    <a:p>
                      <a:pPr algn="ctr">
                        <a:buNone/>
                      </a:pPr>
                      <a:r>
                        <a:rPr lang="en-IN" sz="1400"/>
                        <a:t>O0267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1173401"/>
                  </a:ext>
                </a:extLst>
              </a:tr>
              <a:tr h="27686">
                <a:tc>
                  <a:txBody>
                    <a:bodyPr/>
                    <a:lstStyle/>
                    <a:p>
                      <a:pPr algn="ctr">
                        <a:buNone/>
                      </a:pPr>
                      <a:r>
                        <a:rPr lang="en-IN" sz="1400"/>
                        <a:t>O0268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7054334"/>
                  </a:ext>
                </a:extLst>
              </a:tr>
              <a:tr h="27686">
                <a:tc>
                  <a:txBody>
                    <a:bodyPr/>
                    <a:lstStyle/>
                    <a:p>
                      <a:pPr algn="ctr">
                        <a:buNone/>
                      </a:pPr>
                      <a:r>
                        <a:rPr lang="en-IN" sz="1400"/>
                        <a:t>O0269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025555"/>
                  </a:ext>
                </a:extLst>
              </a:tr>
              <a:tr h="27686">
                <a:tc>
                  <a:txBody>
                    <a:bodyPr/>
                    <a:lstStyle/>
                    <a:p>
                      <a:pPr algn="ctr">
                        <a:buNone/>
                      </a:pPr>
                      <a:r>
                        <a:rPr lang="en-IN" sz="1400"/>
                        <a:t>O0270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679931"/>
                  </a:ext>
                </a:extLst>
              </a:tr>
              <a:tr h="27686">
                <a:tc>
                  <a:txBody>
                    <a:bodyPr/>
                    <a:lstStyle/>
                    <a:p>
                      <a:pPr algn="ctr">
                        <a:buNone/>
                      </a:pPr>
                      <a:r>
                        <a:rPr lang="en-IN" sz="1400"/>
                        <a:t>O0271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C0964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5453336"/>
                  </a:ext>
                </a:extLst>
              </a:tr>
              <a:tr h="27686">
                <a:tc>
                  <a:txBody>
                    <a:bodyPr/>
                    <a:lstStyle/>
                    <a:p>
                      <a:pPr algn="ctr">
                        <a:buNone/>
                      </a:pPr>
                      <a:r>
                        <a:rPr lang="en-IN" sz="1400"/>
                        <a:t>O0272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5325"/>
                  </a:ext>
                </a:extLst>
              </a:tr>
              <a:tr h="27686">
                <a:tc>
                  <a:txBody>
                    <a:bodyPr/>
                    <a:lstStyle/>
                    <a:p>
                      <a:pPr algn="ctr">
                        <a:buNone/>
                      </a:pPr>
                      <a:r>
                        <a:rPr lang="en-IN" sz="1400"/>
                        <a:t>O0273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2717322"/>
                  </a:ext>
                </a:extLst>
              </a:tr>
              <a:tr h="27686">
                <a:tc>
                  <a:txBody>
                    <a:bodyPr/>
                    <a:lstStyle/>
                    <a:p>
                      <a:pPr algn="ctr">
                        <a:buNone/>
                      </a:pPr>
                      <a:r>
                        <a:rPr lang="en-IN" sz="1400"/>
                        <a:t>O0274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C0508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527292"/>
                  </a:ext>
                </a:extLst>
              </a:tr>
              <a:tr h="27686">
                <a:tc>
                  <a:txBody>
                    <a:bodyPr/>
                    <a:lstStyle/>
                    <a:p>
                      <a:pPr algn="ctr">
                        <a:buNone/>
                      </a:pPr>
                      <a:r>
                        <a:rPr lang="en-IN" sz="1400"/>
                        <a:t>O0275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3759183"/>
                  </a:ext>
                </a:extLst>
              </a:tr>
              <a:tr h="27686">
                <a:tc>
                  <a:txBody>
                    <a:bodyPr/>
                    <a:lstStyle/>
                    <a:p>
                      <a:pPr algn="ctr">
                        <a:buNone/>
                      </a:pPr>
                      <a:r>
                        <a:rPr lang="en-IN" sz="1400"/>
                        <a:t>O0276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783819"/>
                  </a:ext>
                </a:extLst>
              </a:tr>
              <a:tr h="27686">
                <a:tc>
                  <a:txBody>
                    <a:bodyPr/>
                    <a:lstStyle/>
                    <a:p>
                      <a:pPr algn="ctr">
                        <a:buNone/>
                      </a:pPr>
                      <a:r>
                        <a:rPr lang="en-IN" sz="1400"/>
                        <a:t>O0277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C0133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1802041"/>
                  </a:ext>
                </a:extLst>
              </a:tr>
              <a:tr h="27686">
                <a:tc>
                  <a:txBody>
                    <a:bodyPr/>
                    <a:lstStyle/>
                    <a:p>
                      <a:pPr algn="ctr">
                        <a:buNone/>
                      </a:pPr>
                      <a:r>
                        <a:rPr lang="en-IN" sz="1400"/>
                        <a:t>O0278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C0842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420801"/>
                  </a:ext>
                </a:extLst>
              </a:tr>
              <a:tr h="27686">
                <a:tc>
                  <a:txBody>
                    <a:bodyPr/>
                    <a:lstStyle/>
                    <a:p>
                      <a:pPr algn="ctr">
                        <a:buNone/>
                      </a:pPr>
                      <a:r>
                        <a:rPr lang="en-IN" sz="1400"/>
                        <a:t>O0279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C0056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3799328"/>
                  </a:ext>
                </a:extLst>
              </a:tr>
              <a:tr h="27686">
                <a:tc>
                  <a:txBody>
                    <a:bodyPr/>
                    <a:lstStyle/>
                    <a:p>
                      <a:pPr algn="ctr">
                        <a:buNone/>
                      </a:pPr>
                      <a:r>
                        <a:rPr lang="en-IN" sz="1400"/>
                        <a:t>O0280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C0075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706983"/>
                  </a:ext>
                </a:extLst>
              </a:tr>
              <a:tr h="27686">
                <a:tc>
                  <a:txBody>
                    <a:bodyPr/>
                    <a:lstStyle/>
                    <a:p>
                      <a:pPr algn="ctr">
                        <a:buNone/>
                      </a:pPr>
                      <a:r>
                        <a:rPr lang="en-IN" sz="1400"/>
                        <a:t>O0281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C0267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951165"/>
                  </a:ext>
                </a:extLst>
              </a:tr>
              <a:tr h="27686">
                <a:tc>
                  <a:txBody>
                    <a:bodyPr/>
                    <a:lstStyle/>
                    <a:p>
                      <a:pPr algn="ctr">
                        <a:buNone/>
                      </a:pPr>
                      <a:r>
                        <a:rPr lang="en-IN" sz="1400"/>
                        <a:t>O0282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C0488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338935"/>
                  </a:ext>
                </a:extLst>
              </a:tr>
              <a:tr h="27686">
                <a:tc>
                  <a:txBody>
                    <a:bodyPr/>
                    <a:lstStyle/>
                    <a:p>
                      <a:pPr algn="ctr">
                        <a:buNone/>
                      </a:pPr>
                      <a:r>
                        <a:rPr lang="en-IN" sz="1400"/>
                        <a:t>O0283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7293900"/>
                  </a:ext>
                </a:extLst>
              </a:tr>
              <a:tr h="27686">
                <a:tc>
                  <a:txBody>
                    <a:bodyPr/>
                    <a:lstStyle/>
                    <a:p>
                      <a:pPr algn="ctr">
                        <a:buNone/>
                      </a:pPr>
                      <a:r>
                        <a:rPr lang="en-IN" sz="1400"/>
                        <a:t>O0284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C0671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492283"/>
                  </a:ext>
                </a:extLst>
              </a:tr>
              <a:tr h="27686">
                <a:tc>
                  <a:txBody>
                    <a:bodyPr/>
                    <a:lstStyle/>
                    <a:p>
                      <a:pPr algn="ctr">
                        <a:buNone/>
                      </a:pPr>
                      <a:r>
                        <a:rPr lang="en-IN" sz="1400"/>
                        <a:t>O0285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C0298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9818373"/>
                  </a:ext>
                </a:extLst>
              </a:tr>
              <a:tr h="27686">
                <a:tc>
                  <a:txBody>
                    <a:bodyPr/>
                    <a:lstStyle/>
                    <a:p>
                      <a:pPr algn="ctr">
                        <a:buNone/>
                      </a:pPr>
                      <a:r>
                        <a:rPr lang="en-IN" sz="1400"/>
                        <a:t>O0286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C0346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3007804"/>
                  </a:ext>
                </a:extLst>
              </a:tr>
              <a:tr h="27686">
                <a:tc>
                  <a:txBody>
                    <a:bodyPr/>
                    <a:lstStyle/>
                    <a:p>
                      <a:pPr algn="ctr">
                        <a:buNone/>
                      </a:pPr>
                      <a:r>
                        <a:rPr lang="en-IN" sz="1400"/>
                        <a:t>O0287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492244"/>
                  </a:ext>
                </a:extLst>
              </a:tr>
              <a:tr h="27686">
                <a:tc>
                  <a:txBody>
                    <a:bodyPr/>
                    <a:lstStyle/>
                    <a:p>
                      <a:pPr algn="ctr">
                        <a:buNone/>
                      </a:pPr>
                      <a:r>
                        <a:rPr lang="en-IN" sz="1400"/>
                        <a:t>O0288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C0860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595207"/>
                  </a:ext>
                </a:extLst>
              </a:tr>
              <a:tr h="27686">
                <a:tc>
                  <a:txBody>
                    <a:bodyPr/>
                    <a:lstStyle/>
                    <a:p>
                      <a:pPr algn="ctr">
                        <a:buNone/>
                      </a:pPr>
                      <a:r>
                        <a:rPr lang="en-IN" sz="1400"/>
                        <a:t>O0289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C0874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6802172"/>
                  </a:ext>
                </a:extLst>
              </a:tr>
              <a:tr h="27686">
                <a:tc>
                  <a:txBody>
                    <a:bodyPr/>
                    <a:lstStyle/>
                    <a:p>
                      <a:pPr algn="ctr">
                        <a:buNone/>
                      </a:pPr>
                      <a:r>
                        <a:rPr lang="en-IN" sz="1400"/>
                        <a:t>O0290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9443689"/>
                  </a:ext>
                </a:extLst>
              </a:tr>
              <a:tr h="27686">
                <a:tc>
                  <a:txBody>
                    <a:bodyPr/>
                    <a:lstStyle/>
                    <a:p>
                      <a:pPr algn="ctr">
                        <a:buNone/>
                      </a:pPr>
                      <a:r>
                        <a:rPr lang="en-IN" sz="1400"/>
                        <a:t>O0291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C0741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606424"/>
                  </a:ext>
                </a:extLst>
              </a:tr>
              <a:tr h="27686">
                <a:tc>
                  <a:txBody>
                    <a:bodyPr/>
                    <a:lstStyle/>
                    <a:p>
                      <a:pPr algn="ctr">
                        <a:buNone/>
                      </a:pPr>
                      <a:r>
                        <a:rPr lang="en-IN" sz="1400"/>
                        <a:t>O0292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C0673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934681"/>
                  </a:ext>
                </a:extLst>
              </a:tr>
              <a:tr h="27686">
                <a:tc>
                  <a:txBody>
                    <a:bodyPr/>
                    <a:lstStyle/>
                    <a:p>
                      <a:pPr algn="ctr">
                        <a:buNone/>
                      </a:pPr>
                      <a:r>
                        <a:rPr lang="en-IN" sz="1400"/>
                        <a:t>O0293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C0870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4096872"/>
                  </a:ext>
                </a:extLst>
              </a:tr>
              <a:tr h="27686">
                <a:tc>
                  <a:txBody>
                    <a:bodyPr/>
                    <a:lstStyle/>
                    <a:p>
                      <a:pPr algn="ctr">
                        <a:buNone/>
                      </a:pPr>
                      <a:r>
                        <a:rPr lang="en-IN" sz="1400"/>
                        <a:t>O0294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C0355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7073844"/>
                  </a:ext>
                </a:extLst>
              </a:tr>
              <a:tr h="27686">
                <a:tc>
                  <a:txBody>
                    <a:bodyPr/>
                    <a:lstStyle/>
                    <a:p>
                      <a:pPr algn="ctr">
                        <a:buNone/>
                      </a:pPr>
                      <a:r>
                        <a:rPr lang="en-IN" sz="1400"/>
                        <a:t>O0295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C0897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35298"/>
                  </a:ext>
                </a:extLst>
              </a:tr>
              <a:tr h="27686">
                <a:tc>
                  <a:txBody>
                    <a:bodyPr/>
                    <a:lstStyle/>
                    <a:p>
                      <a:pPr algn="ctr">
                        <a:buNone/>
                      </a:pPr>
                      <a:r>
                        <a:rPr lang="en-IN" sz="1400"/>
                        <a:t>O0296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C0637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812005"/>
                  </a:ext>
                </a:extLst>
              </a:tr>
              <a:tr h="27686">
                <a:tc>
                  <a:txBody>
                    <a:bodyPr/>
                    <a:lstStyle/>
                    <a:p>
                      <a:pPr algn="ctr">
                        <a:buNone/>
                      </a:pPr>
                      <a:r>
                        <a:rPr lang="en-IN" sz="1400"/>
                        <a:t>O0297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C0099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R010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2025-06-15</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2025-06-21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2375351"/>
                  </a:ext>
                </a:extLst>
              </a:tr>
              <a:tr h="27686">
                <a:tc>
                  <a:txBody>
                    <a:bodyPr/>
                    <a:lstStyle/>
                    <a:p>
                      <a:pPr algn="ctr">
                        <a:buNone/>
                      </a:pPr>
                      <a:r>
                        <a:rPr lang="en-IN" sz="1400"/>
                        <a:t>O0298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C0608</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W004</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2025-07-27</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21300"/>
                  </a:ext>
                </a:extLst>
              </a:tr>
              <a:tr h="27686">
                <a:tc>
                  <a:txBody>
                    <a:bodyPr/>
                    <a:lstStyle/>
                    <a:p>
                      <a:pPr algn="ctr">
                        <a:buNone/>
                      </a:pPr>
                      <a:r>
                        <a:rPr lang="en-IN" sz="1400"/>
                        <a:t>O0299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C0341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R006</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2025-05-30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2025-06-02</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Delayed</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487262"/>
                  </a:ext>
                </a:extLst>
              </a:tr>
              <a:tr h="27686">
                <a:tc>
                  <a:txBody>
                    <a:bodyPr/>
                    <a:lstStyle/>
                    <a:p>
                      <a:pPr algn="ctr">
                        <a:buNone/>
                      </a:pPr>
                      <a:r>
                        <a:rPr lang="en-IN" sz="1400"/>
                        <a:t>O0300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C0641</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W009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R020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2025-05-29</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2025-06-03</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On Time</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a:t>
                      </a:r>
                    </a:p>
                  </a:txBody>
                  <a:tcPr marL="2072" marR="2072" marT="1036" marB="10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3970874"/>
                  </a:ext>
                </a:extLst>
              </a:tr>
            </a:tbl>
          </a:graphicData>
        </a:graphic>
      </p:graphicFrame>
    </p:spTree>
    <p:extLst>
      <p:ext uri="{BB962C8B-B14F-4D97-AF65-F5344CB8AC3E}">
        <p14:creationId xmlns:p14="http://schemas.microsoft.com/office/powerpoint/2010/main" val="2482303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3C6310-475E-C16C-08D3-59960D627BDD}"/>
              </a:ext>
            </a:extLst>
          </p:cNvPr>
          <p:cNvSpPr>
            <a:spLocks noGrp="1"/>
          </p:cNvSpPr>
          <p:nvPr>
            <p:ph idx="1"/>
          </p:nvPr>
        </p:nvSpPr>
        <p:spPr>
          <a:xfrm>
            <a:off x="0" y="0"/>
            <a:ext cx="12192000" cy="6176963"/>
          </a:xfrm>
        </p:spPr>
        <p:txBody>
          <a:bodyPr>
            <a:normAutofit/>
          </a:bodyPr>
          <a:lstStyle/>
          <a:p>
            <a:r>
              <a:rPr lang="en-US" sz="1800" b="1" u="sng" dirty="0"/>
              <a:t>Top 10 delayed routes based on average delay days.</a:t>
            </a:r>
          </a:p>
          <a:p>
            <a:pPr marL="0" indent="0">
              <a:buNone/>
            </a:pPr>
            <a:r>
              <a:rPr lang="en-US" sz="1800" dirty="0"/>
              <a:t>SELECT </a:t>
            </a:r>
            <a:r>
              <a:rPr lang="en-US" sz="1800" dirty="0" err="1"/>
              <a:t>Route_ID</a:t>
            </a:r>
            <a:r>
              <a:rPr lang="en-US" sz="1800" dirty="0"/>
              <a:t>, AVG(DATEDIFF(</a:t>
            </a:r>
            <a:r>
              <a:rPr lang="en-US" sz="1800" dirty="0" err="1"/>
              <a:t>Actual_Delivery_Date</a:t>
            </a:r>
            <a:r>
              <a:rPr lang="en-US" sz="1800" dirty="0"/>
              <a:t>, </a:t>
            </a:r>
            <a:r>
              <a:rPr lang="en-US" sz="1800" dirty="0" err="1"/>
              <a:t>Expected_Delivery_Date</a:t>
            </a:r>
            <a:r>
              <a:rPr lang="en-US" sz="1800" dirty="0"/>
              <a:t>)) AS </a:t>
            </a:r>
            <a:r>
              <a:rPr lang="en-US" sz="1800" dirty="0" err="1"/>
              <a:t>Avg_Delay_Days</a:t>
            </a:r>
            <a:endParaRPr lang="en-US" sz="1800" dirty="0"/>
          </a:p>
          <a:p>
            <a:pPr marL="0" indent="0">
              <a:buNone/>
            </a:pPr>
            <a:r>
              <a:rPr lang="en-US" sz="1800" dirty="0"/>
              <a:t>FROM Orders</a:t>
            </a:r>
          </a:p>
          <a:p>
            <a:pPr marL="0" indent="0">
              <a:buNone/>
            </a:pPr>
            <a:r>
              <a:rPr lang="en-US" sz="1800" dirty="0"/>
              <a:t>GROUP BY </a:t>
            </a:r>
            <a:r>
              <a:rPr lang="en-US" sz="1800" dirty="0" err="1"/>
              <a:t>Route_ID</a:t>
            </a:r>
            <a:endParaRPr lang="en-US" sz="1800" dirty="0"/>
          </a:p>
          <a:p>
            <a:pPr marL="0" indent="0">
              <a:buNone/>
            </a:pPr>
            <a:r>
              <a:rPr lang="en-US" sz="1800" dirty="0"/>
              <a:t>ORDER BY </a:t>
            </a:r>
            <a:r>
              <a:rPr lang="en-US" sz="1800" dirty="0" err="1"/>
              <a:t>Avg_Delay_Days</a:t>
            </a:r>
            <a:r>
              <a:rPr lang="en-US" sz="1800" dirty="0"/>
              <a:t> DESC LIMIT 10;</a:t>
            </a:r>
          </a:p>
          <a:p>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C6DF5256-FFD0-15CA-3B1B-909F89EF29AF}"/>
              </a:ext>
            </a:extLst>
          </p:cNvPr>
          <p:cNvGraphicFramePr>
            <a:graphicFrameLocks noGrp="1"/>
          </p:cNvGraphicFramePr>
          <p:nvPr>
            <p:extLst>
              <p:ext uri="{D42A27DB-BD31-4B8C-83A1-F6EECF244321}">
                <p14:modId xmlns:p14="http://schemas.microsoft.com/office/powerpoint/2010/main" val="4271164380"/>
              </p:ext>
            </p:extLst>
          </p:nvPr>
        </p:nvGraphicFramePr>
        <p:xfrm>
          <a:off x="509337" y="2413126"/>
          <a:ext cx="10515600" cy="4023360"/>
        </p:xfrm>
        <a:graphic>
          <a:graphicData uri="http://schemas.openxmlformats.org/drawingml/2006/table">
            <a:tbl>
              <a:tblPr>
                <a:tableStyleId>{775DCB02-9BB8-47FD-8907-85C794F793BA}</a:tableStyleId>
              </a:tblPr>
              <a:tblGrid>
                <a:gridCol w="5257800">
                  <a:extLst>
                    <a:ext uri="{9D8B030D-6E8A-4147-A177-3AD203B41FA5}">
                      <a16:colId xmlns:a16="http://schemas.microsoft.com/office/drawing/2014/main" val="2957727019"/>
                    </a:ext>
                  </a:extLst>
                </a:gridCol>
                <a:gridCol w="5257800">
                  <a:extLst>
                    <a:ext uri="{9D8B030D-6E8A-4147-A177-3AD203B41FA5}">
                      <a16:colId xmlns:a16="http://schemas.microsoft.com/office/drawing/2014/main" val="4048993072"/>
                    </a:ext>
                  </a:extLst>
                </a:gridCol>
              </a:tblGrid>
              <a:tr h="0">
                <a:tc>
                  <a:txBody>
                    <a:bodyPr/>
                    <a:lstStyle/>
                    <a:p>
                      <a:pPr algn="ctr">
                        <a:buNone/>
                      </a:pPr>
                      <a:r>
                        <a:rPr lang="en-IN" sz="1800" b="1" u="sng" dirty="0" err="1"/>
                        <a:t>Route_ID</a:t>
                      </a:r>
                      <a:endParaRPr lang="en-IN" sz="1800"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buNone/>
                      </a:pPr>
                      <a:r>
                        <a:rPr lang="en-IN" sz="1800" b="1" u="sng" dirty="0" err="1"/>
                        <a:t>Avg_Delay_Days</a:t>
                      </a:r>
                      <a:endParaRPr lang="en-IN" sz="1800"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2210437135"/>
                  </a:ext>
                </a:extLst>
              </a:tr>
              <a:tr h="0">
                <a:tc>
                  <a:txBody>
                    <a:bodyPr/>
                    <a:lstStyle/>
                    <a:p>
                      <a:pPr algn="ctr">
                        <a:buNone/>
                      </a:pPr>
                      <a:r>
                        <a:rPr lang="en-IN" sz="1800"/>
                        <a:t>R012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1.0833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0968778"/>
                  </a:ext>
                </a:extLst>
              </a:tr>
              <a:tr h="0">
                <a:tc>
                  <a:txBody>
                    <a:bodyPr/>
                    <a:lstStyle/>
                    <a:p>
                      <a:pPr algn="ctr">
                        <a:buNone/>
                      </a:pPr>
                      <a:r>
                        <a:rPr lang="en-IN" sz="1800"/>
                        <a:t>R020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1.0588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133430"/>
                  </a:ext>
                </a:extLst>
              </a:tr>
              <a:tr h="0">
                <a:tc>
                  <a:txBody>
                    <a:bodyPr/>
                    <a:lstStyle/>
                    <a:p>
                      <a:pPr algn="ctr">
                        <a:buNone/>
                      </a:pPr>
                      <a:r>
                        <a:rPr lang="en-IN" sz="1800"/>
                        <a:t>R017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9812837"/>
                  </a:ext>
                </a:extLst>
              </a:tr>
              <a:tr h="0">
                <a:tc>
                  <a:txBody>
                    <a:bodyPr/>
                    <a:lstStyle/>
                    <a:p>
                      <a:pPr algn="ctr">
                        <a:buNone/>
                      </a:pPr>
                      <a:r>
                        <a:rPr lang="en-IN" sz="1800" dirty="0"/>
                        <a:t>R015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2208764"/>
                  </a:ext>
                </a:extLst>
              </a:tr>
              <a:tr h="0">
                <a:tc>
                  <a:txBody>
                    <a:bodyPr/>
                    <a:lstStyle/>
                    <a:p>
                      <a:pPr algn="ctr">
                        <a:buNone/>
                      </a:pPr>
                      <a:r>
                        <a:rPr lang="en-IN" sz="1800"/>
                        <a:t>R005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0.8000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2282866"/>
                  </a:ext>
                </a:extLst>
              </a:tr>
              <a:tr h="0">
                <a:tc>
                  <a:txBody>
                    <a:bodyPr/>
                    <a:lstStyle/>
                    <a:p>
                      <a:pPr algn="ctr">
                        <a:buNone/>
                      </a:pPr>
                      <a:r>
                        <a:rPr lang="en-IN" sz="1800"/>
                        <a:t>R004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0.8000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8181960"/>
                  </a:ext>
                </a:extLst>
              </a:tr>
              <a:tr h="0">
                <a:tc>
                  <a:txBody>
                    <a:bodyPr/>
                    <a:lstStyle/>
                    <a:p>
                      <a:pPr algn="ctr">
                        <a:buNone/>
                      </a:pPr>
                      <a:r>
                        <a:rPr lang="en-IN" sz="1800"/>
                        <a:t>R013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0.7647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389264"/>
                  </a:ext>
                </a:extLst>
              </a:tr>
              <a:tr h="0">
                <a:tc>
                  <a:txBody>
                    <a:bodyPr/>
                    <a:lstStyle/>
                    <a:p>
                      <a:pPr algn="ctr">
                        <a:buNone/>
                      </a:pPr>
                      <a:r>
                        <a:rPr lang="en-IN" sz="1800"/>
                        <a:t>R011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0314445"/>
                  </a:ext>
                </a:extLst>
              </a:tr>
              <a:tr h="0">
                <a:tc>
                  <a:txBody>
                    <a:bodyPr/>
                    <a:lstStyle/>
                    <a:p>
                      <a:pPr algn="ctr">
                        <a:buNone/>
                      </a:pPr>
                      <a:r>
                        <a:rPr lang="en-IN" sz="1800"/>
                        <a:t>R010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6026374"/>
                  </a:ext>
                </a:extLst>
              </a:tr>
              <a:tr h="0">
                <a:tc>
                  <a:txBody>
                    <a:bodyPr/>
                    <a:lstStyle/>
                    <a:p>
                      <a:pPr algn="ctr">
                        <a:buNone/>
                      </a:pPr>
                      <a:r>
                        <a:rPr lang="en-IN" sz="1800"/>
                        <a:t>R007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0.6875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4856813"/>
                  </a:ext>
                </a:extLst>
              </a:tr>
            </a:tbl>
          </a:graphicData>
        </a:graphic>
      </p:graphicFrame>
    </p:spTree>
    <p:extLst>
      <p:ext uri="{BB962C8B-B14F-4D97-AF65-F5344CB8AC3E}">
        <p14:creationId xmlns:p14="http://schemas.microsoft.com/office/powerpoint/2010/main" val="5656123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F5A20-49F3-E263-A19E-FE68403FEB7E}"/>
              </a:ext>
            </a:extLst>
          </p:cNvPr>
          <p:cNvSpPr>
            <a:spLocks noGrp="1"/>
          </p:cNvSpPr>
          <p:nvPr>
            <p:ph idx="1"/>
          </p:nvPr>
        </p:nvSpPr>
        <p:spPr>
          <a:xfrm>
            <a:off x="0" y="0"/>
            <a:ext cx="12192000" cy="6176963"/>
          </a:xfrm>
        </p:spPr>
        <p:txBody>
          <a:bodyPr>
            <a:normAutofit/>
          </a:bodyPr>
          <a:lstStyle/>
          <a:p>
            <a:r>
              <a:rPr lang="en-US" sz="1800" b="1" u="sng" dirty="0"/>
              <a:t>Window functions to rank all orders by delay within each warehouse.</a:t>
            </a:r>
          </a:p>
          <a:p>
            <a:pPr marL="0" indent="0">
              <a:buNone/>
            </a:pPr>
            <a:r>
              <a:rPr lang="en-US" sz="1800" dirty="0"/>
              <a:t>SELECT </a:t>
            </a:r>
            <a:r>
              <a:rPr lang="en-US" sz="1800" dirty="0" err="1"/>
              <a:t>Order_ID</a:t>
            </a:r>
            <a:r>
              <a:rPr lang="en-US" sz="1800" dirty="0"/>
              <a:t>, </a:t>
            </a:r>
            <a:r>
              <a:rPr lang="en-US" sz="1800" dirty="0" err="1"/>
              <a:t>Warehouse_ID</a:t>
            </a:r>
            <a:r>
              <a:rPr lang="en-US" sz="1800" dirty="0"/>
              <a:t>,</a:t>
            </a:r>
          </a:p>
          <a:p>
            <a:pPr marL="0" indent="0">
              <a:buNone/>
            </a:pPr>
            <a:r>
              <a:rPr lang="en-US" sz="1800" dirty="0"/>
              <a:t>rank() OVER (PARTITION BY </a:t>
            </a:r>
            <a:r>
              <a:rPr lang="en-US" sz="1800" dirty="0" err="1"/>
              <a:t>Warehouse_ID</a:t>
            </a:r>
            <a:r>
              <a:rPr lang="en-US" sz="1800" dirty="0"/>
              <a:t> ORDER BY </a:t>
            </a:r>
            <a:r>
              <a:rPr lang="en-US" sz="1800" dirty="0" err="1"/>
              <a:t>Delivery_Delay_In_Days</a:t>
            </a:r>
            <a:r>
              <a:rPr lang="en-US" sz="1800" dirty="0"/>
              <a:t>) AS </a:t>
            </a:r>
            <a:r>
              <a:rPr lang="en-US" sz="1800" dirty="0" err="1"/>
              <a:t>DelayRank_inWarehouse</a:t>
            </a:r>
            <a:endParaRPr lang="en-US" sz="1800" dirty="0"/>
          </a:p>
          <a:p>
            <a:pPr marL="0" indent="0">
              <a:buNone/>
            </a:pPr>
            <a:r>
              <a:rPr lang="en-US" sz="1800" dirty="0"/>
              <a:t>FROM Orders;</a:t>
            </a:r>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623CFFA7-0681-C840-8872-2FA02F97A480}"/>
              </a:ext>
            </a:extLst>
          </p:cNvPr>
          <p:cNvGraphicFramePr>
            <a:graphicFrameLocks noGrp="1"/>
          </p:cNvGraphicFramePr>
          <p:nvPr>
            <p:extLst>
              <p:ext uri="{D42A27DB-BD31-4B8C-83A1-F6EECF244321}">
                <p14:modId xmlns:p14="http://schemas.microsoft.com/office/powerpoint/2010/main" val="1370073712"/>
              </p:ext>
            </p:extLst>
          </p:nvPr>
        </p:nvGraphicFramePr>
        <p:xfrm>
          <a:off x="112296" y="2077453"/>
          <a:ext cx="11606463" cy="74487266"/>
        </p:xfrm>
        <a:graphic>
          <a:graphicData uri="http://schemas.openxmlformats.org/drawingml/2006/table">
            <a:tbl>
              <a:tblPr firstRow="1">
                <a:tableStyleId>{69C7853C-536D-4A76-A0AE-DD22124D55A5}</a:tableStyleId>
              </a:tblPr>
              <a:tblGrid>
                <a:gridCol w="3868821">
                  <a:extLst>
                    <a:ext uri="{9D8B030D-6E8A-4147-A177-3AD203B41FA5}">
                      <a16:colId xmlns:a16="http://schemas.microsoft.com/office/drawing/2014/main" val="284925470"/>
                    </a:ext>
                  </a:extLst>
                </a:gridCol>
                <a:gridCol w="3868821">
                  <a:extLst>
                    <a:ext uri="{9D8B030D-6E8A-4147-A177-3AD203B41FA5}">
                      <a16:colId xmlns:a16="http://schemas.microsoft.com/office/drawing/2014/main" val="2567402070"/>
                    </a:ext>
                  </a:extLst>
                </a:gridCol>
                <a:gridCol w="3868821">
                  <a:extLst>
                    <a:ext uri="{9D8B030D-6E8A-4147-A177-3AD203B41FA5}">
                      <a16:colId xmlns:a16="http://schemas.microsoft.com/office/drawing/2014/main" val="2312210324"/>
                    </a:ext>
                  </a:extLst>
                </a:gridCol>
              </a:tblGrid>
              <a:tr h="247306">
                <a:tc>
                  <a:txBody>
                    <a:bodyPr/>
                    <a:lstStyle/>
                    <a:p>
                      <a:pPr algn="ctr">
                        <a:buNone/>
                      </a:pPr>
                      <a:r>
                        <a:rPr lang="en-IN" sz="1600" b="1" u="sng" dirty="0" err="1"/>
                        <a:t>Order_ID</a:t>
                      </a:r>
                      <a:endParaRPr lang="en-IN" sz="1600" b="1"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buNone/>
                      </a:pPr>
                      <a:r>
                        <a:rPr lang="en-IN" sz="1600" b="1" u="sng" dirty="0" err="1"/>
                        <a:t>Warehouse_ID</a:t>
                      </a:r>
                      <a:endParaRPr lang="en-IN" sz="1600" b="1"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buNone/>
                      </a:pPr>
                      <a:r>
                        <a:rPr lang="en-IN" sz="1600" b="1" u="sng" dirty="0" err="1"/>
                        <a:t>DelayRank_inWarehouse</a:t>
                      </a:r>
                      <a:endParaRPr lang="en-IN" sz="1600" b="1"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489460883"/>
                  </a:ext>
                </a:extLst>
              </a:tr>
              <a:tr h="247306">
                <a:tc>
                  <a:txBody>
                    <a:bodyPr/>
                    <a:lstStyle/>
                    <a:p>
                      <a:pPr algn="ctr">
                        <a:buNone/>
                      </a:pPr>
                      <a:r>
                        <a:rPr lang="en-IN" sz="1600"/>
                        <a:t>O0269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4750010"/>
                  </a:ext>
                </a:extLst>
              </a:tr>
              <a:tr h="247306">
                <a:tc>
                  <a:txBody>
                    <a:bodyPr/>
                    <a:lstStyle/>
                    <a:p>
                      <a:pPr algn="ctr">
                        <a:buNone/>
                      </a:pPr>
                      <a:r>
                        <a:rPr lang="en-IN" sz="1600"/>
                        <a:t>O0290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5391295"/>
                  </a:ext>
                </a:extLst>
              </a:tr>
              <a:tr h="247306">
                <a:tc>
                  <a:txBody>
                    <a:bodyPr/>
                    <a:lstStyle/>
                    <a:p>
                      <a:pPr algn="ctr">
                        <a:buNone/>
                      </a:pPr>
                      <a:r>
                        <a:rPr lang="en-IN" sz="1600"/>
                        <a:t>O0100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137766"/>
                  </a:ext>
                </a:extLst>
              </a:tr>
              <a:tr h="247306">
                <a:tc>
                  <a:txBody>
                    <a:bodyPr/>
                    <a:lstStyle/>
                    <a:p>
                      <a:pPr algn="ctr">
                        <a:buNone/>
                      </a:pPr>
                      <a:r>
                        <a:rPr lang="en-IN" sz="1600"/>
                        <a:t>O0289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449197"/>
                  </a:ext>
                </a:extLst>
              </a:tr>
              <a:tr h="247306">
                <a:tc>
                  <a:txBody>
                    <a:bodyPr/>
                    <a:lstStyle/>
                    <a:p>
                      <a:pPr algn="ctr">
                        <a:buNone/>
                      </a:pPr>
                      <a:r>
                        <a:rPr lang="en-IN" sz="1600"/>
                        <a:t>O0187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1139667"/>
                  </a:ext>
                </a:extLst>
              </a:tr>
              <a:tr h="247306">
                <a:tc>
                  <a:txBody>
                    <a:bodyPr/>
                    <a:lstStyle/>
                    <a:p>
                      <a:pPr algn="ctr">
                        <a:buNone/>
                      </a:pPr>
                      <a:r>
                        <a:rPr lang="en-IN" sz="1600"/>
                        <a:t>O0237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3920278"/>
                  </a:ext>
                </a:extLst>
              </a:tr>
              <a:tr h="247306">
                <a:tc>
                  <a:txBody>
                    <a:bodyPr/>
                    <a:lstStyle/>
                    <a:p>
                      <a:pPr algn="ctr">
                        <a:buNone/>
                      </a:pPr>
                      <a:r>
                        <a:rPr lang="en-IN" sz="1600"/>
                        <a:t>O0214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106540"/>
                  </a:ext>
                </a:extLst>
              </a:tr>
              <a:tr h="247306">
                <a:tc>
                  <a:txBody>
                    <a:bodyPr/>
                    <a:lstStyle/>
                    <a:p>
                      <a:pPr algn="ctr">
                        <a:buNone/>
                      </a:pPr>
                      <a:r>
                        <a:rPr lang="en-IN" sz="1600"/>
                        <a:t>O0091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005862"/>
                  </a:ext>
                </a:extLst>
              </a:tr>
              <a:tr h="247306">
                <a:tc>
                  <a:txBody>
                    <a:bodyPr/>
                    <a:lstStyle/>
                    <a:p>
                      <a:pPr algn="ctr">
                        <a:buNone/>
                      </a:pPr>
                      <a:r>
                        <a:rPr lang="en-IN" sz="1600"/>
                        <a:t>O0014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164448"/>
                  </a:ext>
                </a:extLst>
              </a:tr>
              <a:tr h="247306">
                <a:tc>
                  <a:txBody>
                    <a:bodyPr/>
                    <a:lstStyle/>
                    <a:p>
                      <a:pPr algn="ctr">
                        <a:buNone/>
                      </a:pPr>
                      <a:r>
                        <a:rPr lang="en-IN" sz="1600"/>
                        <a:t>O0015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9430427"/>
                  </a:ext>
                </a:extLst>
              </a:tr>
              <a:tr h="247306">
                <a:tc>
                  <a:txBody>
                    <a:bodyPr/>
                    <a:lstStyle/>
                    <a:p>
                      <a:pPr algn="ctr">
                        <a:buNone/>
                      </a:pPr>
                      <a:r>
                        <a:rPr lang="en-IN" sz="1600"/>
                        <a:t>O0070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6010076"/>
                  </a:ext>
                </a:extLst>
              </a:tr>
              <a:tr h="247306">
                <a:tc>
                  <a:txBody>
                    <a:bodyPr/>
                    <a:lstStyle/>
                    <a:p>
                      <a:pPr algn="ctr">
                        <a:buNone/>
                      </a:pPr>
                      <a:r>
                        <a:rPr lang="en-IN" sz="1600"/>
                        <a:t>O0131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770920"/>
                  </a:ext>
                </a:extLst>
              </a:tr>
              <a:tr h="247306">
                <a:tc>
                  <a:txBody>
                    <a:bodyPr/>
                    <a:lstStyle/>
                    <a:p>
                      <a:pPr algn="ctr">
                        <a:buNone/>
                      </a:pPr>
                      <a:r>
                        <a:rPr lang="en-IN" sz="1600"/>
                        <a:t>O0215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6251644"/>
                  </a:ext>
                </a:extLst>
              </a:tr>
              <a:tr h="247306">
                <a:tc>
                  <a:txBody>
                    <a:bodyPr/>
                    <a:lstStyle/>
                    <a:p>
                      <a:pPr algn="ctr">
                        <a:buNone/>
                      </a:pPr>
                      <a:r>
                        <a:rPr lang="en-IN" sz="1600"/>
                        <a:t>O0210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8928446"/>
                  </a:ext>
                </a:extLst>
              </a:tr>
              <a:tr h="247306">
                <a:tc>
                  <a:txBody>
                    <a:bodyPr/>
                    <a:lstStyle/>
                    <a:p>
                      <a:pPr algn="ctr">
                        <a:buNone/>
                      </a:pPr>
                      <a:r>
                        <a:rPr lang="en-IN" sz="1600"/>
                        <a:t>O0195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833241"/>
                  </a:ext>
                </a:extLst>
              </a:tr>
              <a:tr h="247306">
                <a:tc>
                  <a:txBody>
                    <a:bodyPr/>
                    <a:lstStyle/>
                    <a:p>
                      <a:pPr algn="ctr">
                        <a:buNone/>
                      </a:pPr>
                      <a:r>
                        <a:rPr lang="en-IN" sz="1600"/>
                        <a:t>O0054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3456768"/>
                  </a:ext>
                </a:extLst>
              </a:tr>
              <a:tr h="247306">
                <a:tc>
                  <a:txBody>
                    <a:bodyPr/>
                    <a:lstStyle/>
                    <a:p>
                      <a:pPr algn="ctr">
                        <a:buNone/>
                      </a:pPr>
                      <a:r>
                        <a:rPr lang="en-IN" sz="1600"/>
                        <a:t>O0186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7701578"/>
                  </a:ext>
                </a:extLst>
              </a:tr>
              <a:tr h="247306">
                <a:tc>
                  <a:txBody>
                    <a:bodyPr/>
                    <a:lstStyle/>
                    <a:p>
                      <a:pPr algn="ctr">
                        <a:buNone/>
                      </a:pPr>
                      <a:r>
                        <a:rPr lang="en-IN" sz="1600"/>
                        <a:t>O0007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4035355"/>
                  </a:ext>
                </a:extLst>
              </a:tr>
              <a:tr h="247306">
                <a:tc>
                  <a:txBody>
                    <a:bodyPr/>
                    <a:lstStyle/>
                    <a:p>
                      <a:pPr algn="ctr">
                        <a:buNone/>
                      </a:pPr>
                      <a:r>
                        <a:rPr lang="en-IN" sz="1600"/>
                        <a:t>O0160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797084"/>
                  </a:ext>
                </a:extLst>
              </a:tr>
              <a:tr h="247306">
                <a:tc>
                  <a:txBody>
                    <a:bodyPr/>
                    <a:lstStyle/>
                    <a:p>
                      <a:pPr algn="ctr">
                        <a:buNone/>
                      </a:pPr>
                      <a:r>
                        <a:rPr lang="en-IN" sz="1600"/>
                        <a:t>O0047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9373785"/>
                  </a:ext>
                </a:extLst>
              </a:tr>
              <a:tr h="247306">
                <a:tc>
                  <a:txBody>
                    <a:bodyPr/>
                    <a:lstStyle/>
                    <a:p>
                      <a:pPr algn="ctr">
                        <a:buNone/>
                      </a:pPr>
                      <a:r>
                        <a:rPr lang="en-IN" sz="1600"/>
                        <a:t>O0042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046132"/>
                  </a:ext>
                </a:extLst>
              </a:tr>
              <a:tr h="247306">
                <a:tc>
                  <a:txBody>
                    <a:bodyPr/>
                    <a:lstStyle/>
                    <a:p>
                      <a:pPr algn="ctr">
                        <a:buNone/>
                      </a:pPr>
                      <a:r>
                        <a:rPr lang="en-IN" sz="1600"/>
                        <a:t>O0193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9981450"/>
                  </a:ext>
                </a:extLst>
              </a:tr>
              <a:tr h="247306">
                <a:tc>
                  <a:txBody>
                    <a:bodyPr/>
                    <a:lstStyle/>
                    <a:p>
                      <a:pPr algn="ctr">
                        <a:buNone/>
                      </a:pPr>
                      <a:r>
                        <a:rPr lang="en-IN" sz="1600"/>
                        <a:t>O0126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6536208"/>
                  </a:ext>
                </a:extLst>
              </a:tr>
              <a:tr h="247306">
                <a:tc>
                  <a:txBody>
                    <a:bodyPr/>
                    <a:lstStyle/>
                    <a:p>
                      <a:pPr algn="ctr">
                        <a:buNone/>
                      </a:pPr>
                      <a:r>
                        <a:rPr lang="en-IN" sz="1600"/>
                        <a:t>O0223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300689"/>
                  </a:ext>
                </a:extLst>
              </a:tr>
              <a:tr h="247306">
                <a:tc>
                  <a:txBody>
                    <a:bodyPr/>
                    <a:lstStyle/>
                    <a:p>
                      <a:pPr algn="ctr">
                        <a:buNone/>
                      </a:pPr>
                      <a:r>
                        <a:rPr lang="en-IN" sz="1600"/>
                        <a:t>O0057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044066"/>
                  </a:ext>
                </a:extLst>
              </a:tr>
              <a:tr h="247306">
                <a:tc>
                  <a:txBody>
                    <a:bodyPr/>
                    <a:lstStyle/>
                    <a:p>
                      <a:pPr algn="ctr">
                        <a:buNone/>
                      </a:pPr>
                      <a:r>
                        <a:rPr lang="en-IN" sz="1600"/>
                        <a:t>O0004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837652"/>
                  </a:ext>
                </a:extLst>
              </a:tr>
              <a:tr h="247306">
                <a:tc>
                  <a:txBody>
                    <a:bodyPr/>
                    <a:lstStyle/>
                    <a:p>
                      <a:pPr algn="ctr">
                        <a:buNone/>
                      </a:pPr>
                      <a:r>
                        <a:rPr lang="en-IN" sz="1600"/>
                        <a:t>O0275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928787"/>
                  </a:ext>
                </a:extLst>
              </a:tr>
              <a:tr h="247306">
                <a:tc>
                  <a:txBody>
                    <a:bodyPr/>
                    <a:lstStyle/>
                    <a:p>
                      <a:pPr algn="ctr">
                        <a:buNone/>
                      </a:pPr>
                      <a:r>
                        <a:rPr lang="en-IN" sz="1600"/>
                        <a:t>O0274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903505"/>
                  </a:ext>
                </a:extLst>
              </a:tr>
              <a:tr h="247306">
                <a:tc>
                  <a:txBody>
                    <a:bodyPr/>
                    <a:lstStyle/>
                    <a:p>
                      <a:pPr algn="ctr">
                        <a:buNone/>
                      </a:pPr>
                      <a:r>
                        <a:rPr lang="en-IN" sz="1600"/>
                        <a:t>O0263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0407796"/>
                  </a:ext>
                </a:extLst>
              </a:tr>
              <a:tr h="247306">
                <a:tc>
                  <a:txBody>
                    <a:bodyPr/>
                    <a:lstStyle/>
                    <a:p>
                      <a:pPr algn="ctr">
                        <a:buNone/>
                      </a:pPr>
                      <a:r>
                        <a:rPr lang="en-IN" sz="1600"/>
                        <a:t>O0222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1145429"/>
                  </a:ext>
                </a:extLst>
              </a:tr>
              <a:tr h="247306">
                <a:tc>
                  <a:txBody>
                    <a:bodyPr/>
                    <a:lstStyle/>
                    <a:p>
                      <a:pPr algn="ctr">
                        <a:buNone/>
                      </a:pPr>
                      <a:r>
                        <a:rPr lang="en-IN" sz="1600"/>
                        <a:t>O0238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274688"/>
                  </a:ext>
                </a:extLst>
              </a:tr>
              <a:tr h="247306">
                <a:tc>
                  <a:txBody>
                    <a:bodyPr/>
                    <a:lstStyle/>
                    <a:p>
                      <a:pPr algn="ctr">
                        <a:buNone/>
                      </a:pPr>
                      <a:r>
                        <a:rPr lang="en-IN" sz="1600"/>
                        <a:t>O0220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6116023"/>
                  </a:ext>
                </a:extLst>
              </a:tr>
              <a:tr h="247306">
                <a:tc>
                  <a:txBody>
                    <a:bodyPr/>
                    <a:lstStyle/>
                    <a:p>
                      <a:pPr algn="ctr">
                        <a:buNone/>
                      </a:pPr>
                      <a:r>
                        <a:rPr lang="en-IN" sz="1600"/>
                        <a:t>O0065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9638165"/>
                  </a:ext>
                </a:extLst>
              </a:tr>
              <a:tr h="247306">
                <a:tc>
                  <a:txBody>
                    <a:bodyPr/>
                    <a:lstStyle/>
                    <a:p>
                      <a:pPr algn="ctr">
                        <a:buNone/>
                      </a:pPr>
                      <a:r>
                        <a:rPr lang="en-IN" sz="1600"/>
                        <a:t>O0276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0471543"/>
                  </a:ext>
                </a:extLst>
              </a:tr>
              <a:tr h="247306">
                <a:tc>
                  <a:txBody>
                    <a:bodyPr/>
                    <a:lstStyle/>
                    <a:p>
                      <a:pPr algn="ctr">
                        <a:buNone/>
                      </a:pPr>
                      <a:r>
                        <a:rPr lang="en-IN" sz="1600"/>
                        <a:t>O0288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9313748"/>
                  </a:ext>
                </a:extLst>
              </a:tr>
              <a:tr h="247306">
                <a:tc>
                  <a:txBody>
                    <a:bodyPr/>
                    <a:lstStyle/>
                    <a:p>
                      <a:pPr algn="ctr">
                        <a:buNone/>
                      </a:pPr>
                      <a:r>
                        <a:rPr lang="en-IN" sz="1600"/>
                        <a:t>O0284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1631181"/>
                  </a:ext>
                </a:extLst>
              </a:tr>
              <a:tr h="247306">
                <a:tc>
                  <a:txBody>
                    <a:bodyPr/>
                    <a:lstStyle/>
                    <a:p>
                      <a:pPr algn="ctr">
                        <a:buNone/>
                      </a:pPr>
                      <a:r>
                        <a:rPr lang="en-IN" sz="1600"/>
                        <a:t>O0146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733307"/>
                  </a:ext>
                </a:extLst>
              </a:tr>
              <a:tr h="247306">
                <a:tc>
                  <a:txBody>
                    <a:bodyPr/>
                    <a:lstStyle/>
                    <a:p>
                      <a:pPr algn="ctr">
                        <a:buNone/>
                      </a:pPr>
                      <a:r>
                        <a:rPr lang="en-IN" sz="1600"/>
                        <a:t>O0189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550389"/>
                  </a:ext>
                </a:extLst>
              </a:tr>
              <a:tr h="247306">
                <a:tc>
                  <a:txBody>
                    <a:bodyPr/>
                    <a:lstStyle/>
                    <a:p>
                      <a:pPr algn="ctr">
                        <a:buNone/>
                      </a:pPr>
                      <a:r>
                        <a:rPr lang="en-IN" sz="1600"/>
                        <a:t>O0194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909623"/>
                  </a:ext>
                </a:extLst>
              </a:tr>
              <a:tr h="247306">
                <a:tc>
                  <a:txBody>
                    <a:bodyPr/>
                    <a:lstStyle/>
                    <a:p>
                      <a:pPr algn="ctr">
                        <a:buNone/>
                      </a:pPr>
                      <a:r>
                        <a:rPr lang="en-IN" sz="1600"/>
                        <a:t>O0034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927848"/>
                  </a:ext>
                </a:extLst>
              </a:tr>
              <a:tr h="247306">
                <a:tc>
                  <a:txBody>
                    <a:bodyPr/>
                    <a:lstStyle/>
                    <a:p>
                      <a:pPr algn="ctr">
                        <a:buNone/>
                      </a:pPr>
                      <a:r>
                        <a:rPr lang="en-IN" sz="1600"/>
                        <a:t>O0025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436385"/>
                  </a:ext>
                </a:extLst>
              </a:tr>
              <a:tr h="247306">
                <a:tc>
                  <a:txBody>
                    <a:bodyPr/>
                    <a:lstStyle/>
                    <a:p>
                      <a:pPr algn="ctr">
                        <a:buNone/>
                      </a:pPr>
                      <a:r>
                        <a:rPr lang="en-IN" sz="1600"/>
                        <a:t>O0245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288844"/>
                  </a:ext>
                </a:extLst>
              </a:tr>
              <a:tr h="247306">
                <a:tc>
                  <a:txBody>
                    <a:bodyPr/>
                    <a:lstStyle/>
                    <a:p>
                      <a:pPr algn="ctr">
                        <a:buNone/>
                      </a:pPr>
                      <a:r>
                        <a:rPr lang="en-IN" sz="1600"/>
                        <a:t>O0257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916960"/>
                  </a:ext>
                </a:extLst>
              </a:tr>
              <a:tr h="247306">
                <a:tc>
                  <a:txBody>
                    <a:bodyPr/>
                    <a:lstStyle/>
                    <a:p>
                      <a:pPr algn="ctr">
                        <a:buNone/>
                      </a:pPr>
                      <a:r>
                        <a:rPr lang="en-IN" sz="1600"/>
                        <a:t>O0094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588103"/>
                  </a:ext>
                </a:extLst>
              </a:tr>
              <a:tr h="247306">
                <a:tc>
                  <a:txBody>
                    <a:bodyPr/>
                    <a:lstStyle/>
                    <a:p>
                      <a:pPr algn="ctr">
                        <a:buNone/>
                      </a:pPr>
                      <a:r>
                        <a:rPr lang="en-IN" sz="1600"/>
                        <a:t>O0085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571156"/>
                  </a:ext>
                </a:extLst>
              </a:tr>
              <a:tr h="247306">
                <a:tc>
                  <a:txBody>
                    <a:bodyPr/>
                    <a:lstStyle/>
                    <a:p>
                      <a:pPr algn="ctr">
                        <a:buNone/>
                      </a:pPr>
                      <a:r>
                        <a:rPr lang="en-IN" sz="1600"/>
                        <a:t>O0149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9767621"/>
                  </a:ext>
                </a:extLst>
              </a:tr>
              <a:tr h="247306">
                <a:tc>
                  <a:txBody>
                    <a:bodyPr/>
                    <a:lstStyle/>
                    <a:p>
                      <a:pPr algn="ctr">
                        <a:buNone/>
                      </a:pPr>
                      <a:r>
                        <a:rPr lang="en-IN" sz="1600"/>
                        <a:t>O0080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385141"/>
                  </a:ext>
                </a:extLst>
              </a:tr>
              <a:tr h="247306">
                <a:tc>
                  <a:txBody>
                    <a:bodyPr/>
                    <a:lstStyle/>
                    <a:p>
                      <a:pPr algn="ctr">
                        <a:buNone/>
                      </a:pPr>
                      <a:r>
                        <a:rPr lang="en-IN" sz="1600"/>
                        <a:t>O0283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2604784"/>
                  </a:ext>
                </a:extLst>
              </a:tr>
              <a:tr h="247306">
                <a:tc>
                  <a:txBody>
                    <a:bodyPr/>
                    <a:lstStyle/>
                    <a:p>
                      <a:pPr algn="ctr">
                        <a:buNone/>
                      </a:pPr>
                      <a:r>
                        <a:rPr lang="en-IN" sz="1600"/>
                        <a:t>O0064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437186"/>
                  </a:ext>
                </a:extLst>
              </a:tr>
              <a:tr h="247306">
                <a:tc>
                  <a:txBody>
                    <a:bodyPr/>
                    <a:lstStyle/>
                    <a:p>
                      <a:pPr algn="ctr">
                        <a:buNone/>
                      </a:pPr>
                      <a:r>
                        <a:rPr lang="en-IN" sz="1600"/>
                        <a:t>O0113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4666370"/>
                  </a:ext>
                </a:extLst>
              </a:tr>
              <a:tr h="247306">
                <a:tc>
                  <a:txBody>
                    <a:bodyPr/>
                    <a:lstStyle/>
                    <a:p>
                      <a:pPr algn="ctr">
                        <a:buNone/>
                      </a:pPr>
                      <a:r>
                        <a:rPr lang="en-IN" sz="1600"/>
                        <a:t>O0248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1328024"/>
                  </a:ext>
                </a:extLst>
              </a:tr>
              <a:tr h="247306">
                <a:tc>
                  <a:txBody>
                    <a:bodyPr/>
                    <a:lstStyle/>
                    <a:p>
                      <a:pPr algn="ctr">
                        <a:buNone/>
                      </a:pPr>
                      <a:r>
                        <a:rPr lang="en-IN" sz="1600"/>
                        <a:t>O0198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6152975"/>
                  </a:ext>
                </a:extLst>
              </a:tr>
              <a:tr h="247306">
                <a:tc>
                  <a:txBody>
                    <a:bodyPr/>
                    <a:lstStyle/>
                    <a:p>
                      <a:pPr algn="ctr">
                        <a:buNone/>
                      </a:pPr>
                      <a:r>
                        <a:rPr lang="en-IN" sz="1600"/>
                        <a:t>O0045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950421"/>
                  </a:ext>
                </a:extLst>
              </a:tr>
              <a:tr h="247306">
                <a:tc>
                  <a:txBody>
                    <a:bodyPr/>
                    <a:lstStyle/>
                    <a:p>
                      <a:pPr algn="ctr">
                        <a:buNone/>
                      </a:pPr>
                      <a:r>
                        <a:rPr lang="en-IN" sz="1600"/>
                        <a:t>O0253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161024"/>
                  </a:ext>
                </a:extLst>
              </a:tr>
              <a:tr h="247306">
                <a:tc>
                  <a:txBody>
                    <a:bodyPr/>
                    <a:lstStyle/>
                    <a:p>
                      <a:pPr algn="ctr">
                        <a:buNone/>
                      </a:pPr>
                      <a:r>
                        <a:rPr lang="en-IN" sz="1600"/>
                        <a:t>O0071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731137"/>
                  </a:ext>
                </a:extLst>
              </a:tr>
              <a:tr h="247306">
                <a:tc>
                  <a:txBody>
                    <a:bodyPr/>
                    <a:lstStyle/>
                    <a:p>
                      <a:pPr algn="ctr">
                        <a:buNone/>
                      </a:pPr>
                      <a:r>
                        <a:rPr lang="en-IN" sz="1600"/>
                        <a:t>O0164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851727"/>
                  </a:ext>
                </a:extLst>
              </a:tr>
              <a:tr h="247306">
                <a:tc>
                  <a:txBody>
                    <a:bodyPr/>
                    <a:lstStyle/>
                    <a:p>
                      <a:pPr algn="ctr">
                        <a:buNone/>
                      </a:pPr>
                      <a:r>
                        <a:rPr lang="en-IN" sz="1600"/>
                        <a:t>O0204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0474812"/>
                  </a:ext>
                </a:extLst>
              </a:tr>
              <a:tr h="247306">
                <a:tc>
                  <a:txBody>
                    <a:bodyPr/>
                    <a:lstStyle/>
                    <a:p>
                      <a:pPr algn="ctr">
                        <a:buNone/>
                      </a:pPr>
                      <a:r>
                        <a:rPr lang="en-IN" sz="1600"/>
                        <a:t>O0107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5613902"/>
                  </a:ext>
                </a:extLst>
              </a:tr>
              <a:tr h="247306">
                <a:tc>
                  <a:txBody>
                    <a:bodyPr/>
                    <a:lstStyle/>
                    <a:p>
                      <a:pPr algn="ctr">
                        <a:buNone/>
                      </a:pPr>
                      <a:r>
                        <a:rPr lang="en-IN" sz="1600"/>
                        <a:t>O0199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5208251"/>
                  </a:ext>
                </a:extLst>
              </a:tr>
              <a:tr h="247306">
                <a:tc>
                  <a:txBody>
                    <a:bodyPr/>
                    <a:lstStyle/>
                    <a:p>
                      <a:pPr algn="ctr">
                        <a:buNone/>
                      </a:pPr>
                      <a:r>
                        <a:rPr lang="en-IN" sz="1600"/>
                        <a:t>O0022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3204623"/>
                  </a:ext>
                </a:extLst>
              </a:tr>
              <a:tr h="247306">
                <a:tc>
                  <a:txBody>
                    <a:bodyPr/>
                    <a:lstStyle/>
                    <a:p>
                      <a:pPr algn="ctr">
                        <a:buNone/>
                      </a:pPr>
                      <a:r>
                        <a:rPr lang="en-IN" sz="1600"/>
                        <a:t>O0206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5672786"/>
                  </a:ext>
                </a:extLst>
              </a:tr>
              <a:tr h="247306">
                <a:tc>
                  <a:txBody>
                    <a:bodyPr/>
                    <a:lstStyle/>
                    <a:p>
                      <a:pPr algn="ctr">
                        <a:buNone/>
                      </a:pPr>
                      <a:r>
                        <a:rPr lang="en-IN" sz="1600"/>
                        <a:t>O0171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952823"/>
                  </a:ext>
                </a:extLst>
              </a:tr>
              <a:tr h="247306">
                <a:tc>
                  <a:txBody>
                    <a:bodyPr/>
                    <a:lstStyle/>
                    <a:p>
                      <a:pPr algn="ctr">
                        <a:buNone/>
                      </a:pPr>
                      <a:r>
                        <a:rPr lang="en-IN" sz="1600"/>
                        <a:t>O0121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327281"/>
                  </a:ext>
                </a:extLst>
              </a:tr>
              <a:tr h="247306">
                <a:tc>
                  <a:txBody>
                    <a:bodyPr/>
                    <a:lstStyle/>
                    <a:p>
                      <a:pPr algn="ctr">
                        <a:buNone/>
                      </a:pPr>
                      <a:r>
                        <a:rPr lang="en-IN" sz="1600"/>
                        <a:t>O0152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393165"/>
                  </a:ext>
                </a:extLst>
              </a:tr>
              <a:tr h="247306">
                <a:tc>
                  <a:txBody>
                    <a:bodyPr/>
                    <a:lstStyle/>
                    <a:p>
                      <a:pPr algn="ctr">
                        <a:buNone/>
                      </a:pPr>
                      <a:r>
                        <a:rPr lang="en-IN" sz="1600"/>
                        <a:t>O0049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8906027"/>
                  </a:ext>
                </a:extLst>
              </a:tr>
              <a:tr h="247306">
                <a:tc>
                  <a:txBody>
                    <a:bodyPr/>
                    <a:lstStyle/>
                    <a:p>
                      <a:pPr algn="ctr">
                        <a:buNone/>
                      </a:pPr>
                      <a:r>
                        <a:rPr lang="en-IN" sz="1600"/>
                        <a:t>O0027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0424007"/>
                  </a:ext>
                </a:extLst>
              </a:tr>
              <a:tr h="247306">
                <a:tc>
                  <a:txBody>
                    <a:bodyPr/>
                    <a:lstStyle/>
                    <a:p>
                      <a:pPr algn="ctr">
                        <a:buNone/>
                      </a:pPr>
                      <a:r>
                        <a:rPr lang="en-IN" sz="1600"/>
                        <a:t>O0058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986796"/>
                  </a:ext>
                </a:extLst>
              </a:tr>
              <a:tr h="247306">
                <a:tc>
                  <a:txBody>
                    <a:bodyPr/>
                    <a:lstStyle/>
                    <a:p>
                      <a:pPr algn="ctr">
                        <a:buNone/>
                      </a:pPr>
                      <a:r>
                        <a:rPr lang="en-IN" sz="1600"/>
                        <a:t>O0277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514656"/>
                  </a:ext>
                </a:extLst>
              </a:tr>
              <a:tr h="247306">
                <a:tc>
                  <a:txBody>
                    <a:bodyPr/>
                    <a:lstStyle/>
                    <a:p>
                      <a:pPr algn="ctr">
                        <a:buNone/>
                      </a:pPr>
                      <a:r>
                        <a:rPr lang="en-IN" sz="1600"/>
                        <a:t>O0061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1911534"/>
                  </a:ext>
                </a:extLst>
              </a:tr>
              <a:tr h="247306">
                <a:tc>
                  <a:txBody>
                    <a:bodyPr/>
                    <a:lstStyle/>
                    <a:p>
                      <a:pPr algn="ctr">
                        <a:buNone/>
                      </a:pPr>
                      <a:r>
                        <a:rPr lang="en-IN" sz="1600"/>
                        <a:t>O0177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836406"/>
                  </a:ext>
                </a:extLst>
              </a:tr>
              <a:tr h="247306">
                <a:tc>
                  <a:txBody>
                    <a:bodyPr/>
                    <a:lstStyle/>
                    <a:p>
                      <a:pPr algn="ctr">
                        <a:buNone/>
                      </a:pPr>
                      <a:r>
                        <a:rPr lang="en-IN" sz="1600"/>
                        <a:t>O0141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347960"/>
                  </a:ext>
                </a:extLst>
              </a:tr>
              <a:tr h="247306">
                <a:tc>
                  <a:txBody>
                    <a:bodyPr/>
                    <a:lstStyle/>
                    <a:p>
                      <a:pPr algn="ctr">
                        <a:buNone/>
                      </a:pPr>
                      <a:r>
                        <a:rPr lang="en-IN" sz="1600"/>
                        <a:t>O0134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5961212"/>
                  </a:ext>
                </a:extLst>
              </a:tr>
              <a:tr h="247306">
                <a:tc>
                  <a:txBody>
                    <a:bodyPr/>
                    <a:lstStyle/>
                    <a:p>
                      <a:pPr algn="ctr">
                        <a:buNone/>
                      </a:pPr>
                      <a:r>
                        <a:rPr lang="en-IN" sz="1600"/>
                        <a:t>O0280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285348"/>
                  </a:ext>
                </a:extLst>
              </a:tr>
              <a:tr h="247306">
                <a:tc>
                  <a:txBody>
                    <a:bodyPr/>
                    <a:lstStyle/>
                    <a:p>
                      <a:pPr algn="ctr">
                        <a:buNone/>
                      </a:pPr>
                      <a:r>
                        <a:rPr lang="en-IN" sz="1600"/>
                        <a:t>O0036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450548"/>
                  </a:ext>
                </a:extLst>
              </a:tr>
              <a:tr h="247306">
                <a:tc>
                  <a:txBody>
                    <a:bodyPr/>
                    <a:lstStyle/>
                    <a:p>
                      <a:pPr algn="ctr">
                        <a:buNone/>
                      </a:pPr>
                      <a:r>
                        <a:rPr lang="en-IN" sz="1600"/>
                        <a:t>O0264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893089"/>
                  </a:ext>
                </a:extLst>
              </a:tr>
              <a:tr h="247306">
                <a:tc>
                  <a:txBody>
                    <a:bodyPr/>
                    <a:lstStyle/>
                    <a:p>
                      <a:pPr algn="ctr">
                        <a:buNone/>
                      </a:pPr>
                      <a:r>
                        <a:rPr lang="en-IN" sz="1600"/>
                        <a:t>O0041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4698098"/>
                  </a:ext>
                </a:extLst>
              </a:tr>
              <a:tr h="247306">
                <a:tc>
                  <a:txBody>
                    <a:bodyPr/>
                    <a:lstStyle/>
                    <a:p>
                      <a:pPr algn="ctr">
                        <a:buNone/>
                      </a:pPr>
                      <a:r>
                        <a:rPr lang="en-IN" sz="1600"/>
                        <a:t>O0124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3431212"/>
                  </a:ext>
                </a:extLst>
              </a:tr>
              <a:tr h="247306">
                <a:tc>
                  <a:txBody>
                    <a:bodyPr/>
                    <a:lstStyle/>
                    <a:p>
                      <a:pPr algn="ctr">
                        <a:buNone/>
                      </a:pPr>
                      <a:r>
                        <a:rPr lang="en-IN" sz="1600"/>
                        <a:t>O0213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5455972"/>
                  </a:ext>
                </a:extLst>
              </a:tr>
              <a:tr h="247306">
                <a:tc>
                  <a:txBody>
                    <a:bodyPr/>
                    <a:lstStyle/>
                    <a:p>
                      <a:pPr algn="ctr">
                        <a:buNone/>
                      </a:pPr>
                      <a:r>
                        <a:rPr lang="en-IN" sz="1600"/>
                        <a:t>O0242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4415264"/>
                  </a:ext>
                </a:extLst>
              </a:tr>
              <a:tr h="247306">
                <a:tc>
                  <a:txBody>
                    <a:bodyPr/>
                    <a:lstStyle/>
                    <a:p>
                      <a:pPr algn="ctr">
                        <a:buNone/>
                      </a:pPr>
                      <a:r>
                        <a:rPr lang="en-IN" sz="1600"/>
                        <a:t>O0202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019117"/>
                  </a:ext>
                </a:extLst>
              </a:tr>
              <a:tr h="247306">
                <a:tc>
                  <a:txBody>
                    <a:bodyPr/>
                    <a:lstStyle/>
                    <a:p>
                      <a:pPr algn="ctr">
                        <a:buNone/>
                      </a:pPr>
                      <a:r>
                        <a:rPr lang="en-IN" sz="1600"/>
                        <a:t>O0153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0624200"/>
                  </a:ext>
                </a:extLst>
              </a:tr>
              <a:tr h="247306">
                <a:tc>
                  <a:txBody>
                    <a:bodyPr/>
                    <a:lstStyle/>
                    <a:p>
                      <a:pPr algn="ctr">
                        <a:buNone/>
                      </a:pPr>
                      <a:r>
                        <a:rPr lang="en-IN" sz="1600"/>
                        <a:t>O0259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9721058"/>
                  </a:ext>
                </a:extLst>
              </a:tr>
              <a:tr h="247306">
                <a:tc>
                  <a:txBody>
                    <a:bodyPr/>
                    <a:lstStyle/>
                    <a:p>
                      <a:pPr algn="ctr">
                        <a:buNone/>
                      </a:pPr>
                      <a:r>
                        <a:rPr lang="en-IN" sz="1600"/>
                        <a:t>O0184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514765"/>
                  </a:ext>
                </a:extLst>
              </a:tr>
              <a:tr h="247306">
                <a:tc>
                  <a:txBody>
                    <a:bodyPr/>
                    <a:lstStyle/>
                    <a:p>
                      <a:pPr algn="ctr">
                        <a:buNone/>
                      </a:pPr>
                      <a:r>
                        <a:rPr lang="en-IN" sz="1600"/>
                        <a:t>O0102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073799"/>
                  </a:ext>
                </a:extLst>
              </a:tr>
              <a:tr h="247306">
                <a:tc>
                  <a:txBody>
                    <a:bodyPr/>
                    <a:lstStyle/>
                    <a:p>
                      <a:pPr algn="ctr">
                        <a:buNone/>
                      </a:pPr>
                      <a:r>
                        <a:rPr lang="en-IN" sz="1600"/>
                        <a:t>O0016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30042"/>
                  </a:ext>
                </a:extLst>
              </a:tr>
              <a:tr h="247306">
                <a:tc>
                  <a:txBody>
                    <a:bodyPr/>
                    <a:lstStyle/>
                    <a:p>
                      <a:pPr algn="ctr">
                        <a:buNone/>
                      </a:pPr>
                      <a:r>
                        <a:rPr lang="en-IN" sz="1600"/>
                        <a:t>O0060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097065"/>
                  </a:ext>
                </a:extLst>
              </a:tr>
              <a:tr h="247306">
                <a:tc>
                  <a:txBody>
                    <a:bodyPr/>
                    <a:lstStyle/>
                    <a:p>
                      <a:pPr algn="ctr">
                        <a:buNone/>
                      </a:pPr>
                      <a:r>
                        <a:rPr lang="en-IN" sz="1600"/>
                        <a:t>O0219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298438"/>
                  </a:ext>
                </a:extLst>
              </a:tr>
              <a:tr h="247306">
                <a:tc>
                  <a:txBody>
                    <a:bodyPr/>
                    <a:lstStyle/>
                    <a:p>
                      <a:pPr algn="ctr">
                        <a:buNone/>
                      </a:pPr>
                      <a:r>
                        <a:rPr lang="en-IN" sz="1600"/>
                        <a:t>O0201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506128"/>
                  </a:ext>
                </a:extLst>
              </a:tr>
              <a:tr h="247306">
                <a:tc>
                  <a:txBody>
                    <a:bodyPr/>
                    <a:lstStyle/>
                    <a:p>
                      <a:pPr algn="ctr">
                        <a:buNone/>
                      </a:pPr>
                      <a:r>
                        <a:rPr lang="en-IN" sz="1600"/>
                        <a:t>O0031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1357789"/>
                  </a:ext>
                </a:extLst>
              </a:tr>
              <a:tr h="247306">
                <a:tc>
                  <a:txBody>
                    <a:bodyPr/>
                    <a:lstStyle/>
                    <a:p>
                      <a:pPr algn="ctr">
                        <a:buNone/>
                      </a:pPr>
                      <a:r>
                        <a:rPr lang="en-IN" sz="1600"/>
                        <a:t>O0244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2907391"/>
                  </a:ext>
                </a:extLst>
              </a:tr>
              <a:tr h="247306">
                <a:tc>
                  <a:txBody>
                    <a:bodyPr/>
                    <a:lstStyle/>
                    <a:p>
                      <a:pPr algn="ctr">
                        <a:buNone/>
                      </a:pPr>
                      <a:r>
                        <a:rPr lang="en-IN" sz="1600"/>
                        <a:t>O0024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3596870"/>
                  </a:ext>
                </a:extLst>
              </a:tr>
              <a:tr h="247306">
                <a:tc>
                  <a:txBody>
                    <a:bodyPr/>
                    <a:lstStyle/>
                    <a:p>
                      <a:pPr algn="ctr">
                        <a:buNone/>
                      </a:pPr>
                      <a:r>
                        <a:rPr lang="en-IN" sz="1600"/>
                        <a:t>O0006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4092791"/>
                  </a:ext>
                </a:extLst>
              </a:tr>
              <a:tr h="247306">
                <a:tc>
                  <a:txBody>
                    <a:bodyPr/>
                    <a:lstStyle/>
                    <a:p>
                      <a:pPr algn="ctr">
                        <a:buNone/>
                      </a:pPr>
                      <a:r>
                        <a:rPr lang="en-IN" sz="1600"/>
                        <a:t>O0050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6110022"/>
                  </a:ext>
                </a:extLst>
              </a:tr>
              <a:tr h="247306">
                <a:tc>
                  <a:txBody>
                    <a:bodyPr/>
                    <a:lstStyle/>
                    <a:p>
                      <a:pPr algn="ctr">
                        <a:buNone/>
                      </a:pPr>
                      <a:r>
                        <a:rPr lang="en-IN" sz="1600"/>
                        <a:t>O0296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4697043"/>
                  </a:ext>
                </a:extLst>
              </a:tr>
              <a:tr h="247306">
                <a:tc>
                  <a:txBody>
                    <a:bodyPr/>
                    <a:lstStyle/>
                    <a:p>
                      <a:pPr algn="ctr">
                        <a:buNone/>
                      </a:pPr>
                      <a:r>
                        <a:rPr lang="en-IN" sz="1600"/>
                        <a:t>O0112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176274"/>
                  </a:ext>
                </a:extLst>
              </a:tr>
              <a:tr h="247306">
                <a:tc>
                  <a:txBody>
                    <a:bodyPr/>
                    <a:lstStyle/>
                    <a:p>
                      <a:pPr algn="ctr">
                        <a:buNone/>
                      </a:pPr>
                      <a:r>
                        <a:rPr lang="en-IN" sz="1600"/>
                        <a:t>O0092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343319"/>
                  </a:ext>
                </a:extLst>
              </a:tr>
              <a:tr h="247306">
                <a:tc>
                  <a:txBody>
                    <a:bodyPr/>
                    <a:lstStyle/>
                    <a:p>
                      <a:pPr algn="ctr">
                        <a:buNone/>
                      </a:pPr>
                      <a:r>
                        <a:rPr lang="en-IN" sz="1600"/>
                        <a:t>O0137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8340610"/>
                  </a:ext>
                </a:extLst>
              </a:tr>
              <a:tr h="247306">
                <a:tc>
                  <a:txBody>
                    <a:bodyPr/>
                    <a:lstStyle/>
                    <a:p>
                      <a:pPr algn="ctr">
                        <a:buNone/>
                      </a:pPr>
                      <a:r>
                        <a:rPr lang="en-IN" sz="1600"/>
                        <a:t>O0133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105525"/>
                  </a:ext>
                </a:extLst>
              </a:tr>
              <a:tr h="247306">
                <a:tc>
                  <a:txBody>
                    <a:bodyPr/>
                    <a:lstStyle/>
                    <a:p>
                      <a:pPr algn="ctr">
                        <a:buNone/>
                      </a:pPr>
                      <a:r>
                        <a:rPr lang="en-IN" sz="1600"/>
                        <a:t>O0066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6826055"/>
                  </a:ext>
                </a:extLst>
              </a:tr>
              <a:tr h="247306">
                <a:tc>
                  <a:txBody>
                    <a:bodyPr/>
                    <a:lstStyle/>
                    <a:p>
                      <a:pPr algn="ctr">
                        <a:buNone/>
                      </a:pPr>
                      <a:r>
                        <a:rPr lang="en-IN" sz="1600"/>
                        <a:t>O0209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9595544"/>
                  </a:ext>
                </a:extLst>
              </a:tr>
              <a:tr h="247306">
                <a:tc>
                  <a:txBody>
                    <a:bodyPr/>
                    <a:lstStyle/>
                    <a:p>
                      <a:pPr algn="ctr">
                        <a:buNone/>
                      </a:pPr>
                      <a:r>
                        <a:rPr lang="en-IN" sz="1600"/>
                        <a:t>O0225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543881"/>
                  </a:ext>
                </a:extLst>
              </a:tr>
              <a:tr h="247306">
                <a:tc>
                  <a:txBody>
                    <a:bodyPr/>
                    <a:lstStyle/>
                    <a:p>
                      <a:pPr algn="ctr">
                        <a:buNone/>
                      </a:pPr>
                      <a:r>
                        <a:rPr lang="en-IN" sz="1600"/>
                        <a:t>O0207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7301456"/>
                  </a:ext>
                </a:extLst>
              </a:tr>
              <a:tr h="247306">
                <a:tc>
                  <a:txBody>
                    <a:bodyPr/>
                    <a:lstStyle/>
                    <a:p>
                      <a:pPr algn="ctr">
                        <a:buNone/>
                      </a:pPr>
                      <a:r>
                        <a:rPr lang="en-IN" sz="1600"/>
                        <a:t>O0099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3911152"/>
                  </a:ext>
                </a:extLst>
              </a:tr>
              <a:tr h="247306">
                <a:tc>
                  <a:txBody>
                    <a:bodyPr/>
                    <a:lstStyle/>
                    <a:p>
                      <a:pPr algn="ctr">
                        <a:buNone/>
                      </a:pPr>
                      <a:r>
                        <a:rPr lang="en-IN" sz="1600"/>
                        <a:t>O0001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849264"/>
                  </a:ext>
                </a:extLst>
              </a:tr>
              <a:tr h="247306">
                <a:tc>
                  <a:txBody>
                    <a:bodyPr/>
                    <a:lstStyle/>
                    <a:p>
                      <a:pPr algn="ctr">
                        <a:buNone/>
                      </a:pPr>
                      <a:r>
                        <a:rPr lang="en-IN" sz="1600"/>
                        <a:t>O0293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5511579"/>
                  </a:ext>
                </a:extLst>
              </a:tr>
              <a:tr h="247306">
                <a:tc>
                  <a:txBody>
                    <a:bodyPr/>
                    <a:lstStyle/>
                    <a:p>
                      <a:pPr algn="ctr">
                        <a:buNone/>
                      </a:pPr>
                      <a:r>
                        <a:rPr lang="en-IN" sz="1600"/>
                        <a:t>O0236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071607"/>
                  </a:ext>
                </a:extLst>
              </a:tr>
              <a:tr h="247306">
                <a:tc>
                  <a:txBody>
                    <a:bodyPr/>
                    <a:lstStyle/>
                    <a:p>
                      <a:pPr algn="ctr">
                        <a:buNone/>
                      </a:pPr>
                      <a:r>
                        <a:rPr lang="en-IN" sz="1600"/>
                        <a:t>O0156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1602501"/>
                  </a:ext>
                </a:extLst>
              </a:tr>
              <a:tr h="247306">
                <a:tc>
                  <a:txBody>
                    <a:bodyPr/>
                    <a:lstStyle/>
                    <a:p>
                      <a:pPr algn="ctr">
                        <a:buNone/>
                      </a:pPr>
                      <a:r>
                        <a:rPr lang="en-IN" sz="1600"/>
                        <a:t>O0298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5997608"/>
                  </a:ext>
                </a:extLst>
              </a:tr>
              <a:tr h="247306">
                <a:tc>
                  <a:txBody>
                    <a:bodyPr/>
                    <a:lstStyle/>
                    <a:p>
                      <a:pPr algn="ctr">
                        <a:buNone/>
                      </a:pPr>
                      <a:r>
                        <a:rPr lang="en-IN" sz="1600"/>
                        <a:t>O0142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990029"/>
                  </a:ext>
                </a:extLst>
              </a:tr>
              <a:tr h="247306">
                <a:tc>
                  <a:txBody>
                    <a:bodyPr/>
                    <a:lstStyle/>
                    <a:p>
                      <a:pPr algn="ctr">
                        <a:buNone/>
                      </a:pPr>
                      <a:r>
                        <a:rPr lang="en-IN" sz="1600"/>
                        <a:t>O0093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014608"/>
                  </a:ext>
                </a:extLst>
              </a:tr>
              <a:tr h="247306">
                <a:tc>
                  <a:txBody>
                    <a:bodyPr/>
                    <a:lstStyle/>
                    <a:p>
                      <a:pPr algn="ctr">
                        <a:buNone/>
                      </a:pPr>
                      <a:r>
                        <a:rPr lang="en-IN" sz="1600"/>
                        <a:t>O0059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028336"/>
                  </a:ext>
                </a:extLst>
              </a:tr>
              <a:tr h="247306">
                <a:tc>
                  <a:txBody>
                    <a:bodyPr/>
                    <a:lstStyle/>
                    <a:p>
                      <a:pPr algn="ctr">
                        <a:buNone/>
                      </a:pPr>
                      <a:r>
                        <a:rPr lang="en-IN" sz="1600"/>
                        <a:t>O0139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844196"/>
                  </a:ext>
                </a:extLst>
              </a:tr>
              <a:tr h="247306">
                <a:tc>
                  <a:txBody>
                    <a:bodyPr/>
                    <a:lstStyle/>
                    <a:p>
                      <a:pPr algn="ctr">
                        <a:buNone/>
                      </a:pPr>
                      <a:r>
                        <a:rPr lang="en-IN" sz="1600"/>
                        <a:t>O0279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9201320"/>
                  </a:ext>
                </a:extLst>
              </a:tr>
              <a:tr h="247306">
                <a:tc>
                  <a:txBody>
                    <a:bodyPr/>
                    <a:lstStyle/>
                    <a:p>
                      <a:pPr algn="ctr">
                        <a:buNone/>
                      </a:pPr>
                      <a:r>
                        <a:rPr lang="en-IN" sz="1600"/>
                        <a:t>O0021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6465041"/>
                  </a:ext>
                </a:extLst>
              </a:tr>
              <a:tr h="247306">
                <a:tc>
                  <a:txBody>
                    <a:bodyPr/>
                    <a:lstStyle/>
                    <a:p>
                      <a:pPr algn="ctr">
                        <a:buNone/>
                      </a:pPr>
                      <a:r>
                        <a:rPr lang="en-IN" sz="1600"/>
                        <a:t>O0258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339799"/>
                  </a:ext>
                </a:extLst>
              </a:tr>
              <a:tr h="247306">
                <a:tc>
                  <a:txBody>
                    <a:bodyPr/>
                    <a:lstStyle/>
                    <a:p>
                      <a:pPr algn="ctr">
                        <a:buNone/>
                      </a:pPr>
                      <a:r>
                        <a:rPr lang="en-IN" sz="1600"/>
                        <a:t>O0294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725258"/>
                  </a:ext>
                </a:extLst>
              </a:tr>
              <a:tr h="247306">
                <a:tc>
                  <a:txBody>
                    <a:bodyPr/>
                    <a:lstStyle/>
                    <a:p>
                      <a:pPr algn="ctr">
                        <a:buNone/>
                      </a:pPr>
                      <a:r>
                        <a:rPr lang="en-IN" sz="1600"/>
                        <a:t>O0154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7554659"/>
                  </a:ext>
                </a:extLst>
              </a:tr>
              <a:tr h="247306">
                <a:tc>
                  <a:txBody>
                    <a:bodyPr/>
                    <a:lstStyle/>
                    <a:p>
                      <a:pPr algn="ctr">
                        <a:buNone/>
                      </a:pPr>
                      <a:r>
                        <a:rPr lang="en-IN" sz="1600"/>
                        <a:t>O0084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845848"/>
                  </a:ext>
                </a:extLst>
              </a:tr>
              <a:tr h="247306">
                <a:tc>
                  <a:txBody>
                    <a:bodyPr/>
                    <a:lstStyle/>
                    <a:p>
                      <a:pPr algn="ctr">
                        <a:buNone/>
                      </a:pPr>
                      <a:r>
                        <a:rPr lang="en-IN" sz="1600"/>
                        <a:t>O0229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4013857"/>
                  </a:ext>
                </a:extLst>
              </a:tr>
              <a:tr h="247306">
                <a:tc>
                  <a:txBody>
                    <a:bodyPr/>
                    <a:lstStyle/>
                    <a:p>
                      <a:pPr algn="ctr">
                        <a:buNone/>
                      </a:pPr>
                      <a:r>
                        <a:rPr lang="en-IN" sz="1600"/>
                        <a:t>O0125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584975"/>
                  </a:ext>
                </a:extLst>
              </a:tr>
              <a:tr h="247306">
                <a:tc>
                  <a:txBody>
                    <a:bodyPr/>
                    <a:lstStyle/>
                    <a:p>
                      <a:pPr algn="ctr">
                        <a:buNone/>
                      </a:pPr>
                      <a:r>
                        <a:rPr lang="en-IN" sz="1600"/>
                        <a:t>O0097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7685335"/>
                  </a:ext>
                </a:extLst>
              </a:tr>
              <a:tr h="247306">
                <a:tc>
                  <a:txBody>
                    <a:bodyPr/>
                    <a:lstStyle/>
                    <a:p>
                      <a:pPr algn="ctr">
                        <a:buNone/>
                      </a:pPr>
                      <a:r>
                        <a:rPr lang="en-IN" sz="1600"/>
                        <a:t>O0076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8806364"/>
                  </a:ext>
                </a:extLst>
              </a:tr>
              <a:tr h="247306">
                <a:tc>
                  <a:txBody>
                    <a:bodyPr/>
                    <a:lstStyle/>
                    <a:p>
                      <a:pPr algn="ctr">
                        <a:buNone/>
                      </a:pPr>
                      <a:r>
                        <a:rPr lang="en-IN" sz="1600"/>
                        <a:t>O0019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7391591"/>
                  </a:ext>
                </a:extLst>
              </a:tr>
              <a:tr h="247306">
                <a:tc>
                  <a:txBody>
                    <a:bodyPr/>
                    <a:lstStyle/>
                    <a:p>
                      <a:pPr algn="ctr">
                        <a:buNone/>
                      </a:pPr>
                      <a:r>
                        <a:rPr lang="en-IN" sz="1600"/>
                        <a:t>O0239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331757"/>
                  </a:ext>
                </a:extLst>
              </a:tr>
              <a:tr h="247306">
                <a:tc>
                  <a:txBody>
                    <a:bodyPr/>
                    <a:lstStyle/>
                    <a:p>
                      <a:pPr algn="ctr">
                        <a:buNone/>
                      </a:pPr>
                      <a:r>
                        <a:rPr lang="en-IN" sz="1600"/>
                        <a:t>O0163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4448984"/>
                  </a:ext>
                </a:extLst>
              </a:tr>
              <a:tr h="247306">
                <a:tc>
                  <a:txBody>
                    <a:bodyPr/>
                    <a:lstStyle/>
                    <a:p>
                      <a:pPr algn="ctr">
                        <a:buNone/>
                      </a:pPr>
                      <a:r>
                        <a:rPr lang="en-IN" sz="1600"/>
                        <a:t>O0052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2328273"/>
                  </a:ext>
                </a:extLst>
              </a:tr>
              <a:tr h="247306">
                <a:tc>
                  <a:txBody>
                    <a:bodyPr/>
                    <a:lstStyle/>
                    <a:p>
                      <a:pPr algn="ctr">
                        <a:buNone/>
                      </a:pPr>
                      <a:r>
                        <a:rPr lang="en-IN" sz="1600"/>
                        <a:t>O0114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295319"/>
                  </a:ext>
                </a:extLst>
              </a:tr>
              <a:tr h="247306">
                <a:tc>
                  <a:txBody>
                    <a:bodyPr/>
                    <a:lstStyle/>
                    <a:p>
                      <a:pPr algn="ctr">
                        <a:buNone/>
                      </a:pPr>
                      <a:r>
                        <a:rPr lang="en-IN" sz="1600"/>
                        <a:t>O0271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074159"/>
                  </a:ext>
                </a:extLst>
              </a:tr>
              <a:tr h="247306">
                <a:tc>
                  <a:txBody>
                    <a:bodyPr/>
                    <a:lstStyle/>
                    <a:p>
                      <a:pPr algn="ctr">
                        <a:buNone/>
                      </a:pPr>
                      <a:r>
                        <a:rPr lang="en-IN" sz="1600"/>
                        <a:t>O0118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2739723"/>
                  </a:ext>
                </a:extLst>
              </a:tr>
              <a:tr h="247306">
                <a:tc>
                  <a:txBody>
                    <a:bodyPr/>
                    <a:lstStyle/>
                    <a:p>
                      <a:pPr algn="ctr">
                        <a:buNone/>
                      </a:pPr>
                      <a:r>
                        <a:rPr lang="en-IN" sz="1600"/>
                        <a:t>O0281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8868309"/>
                  </a:ext>
                </a:extLst>
              </a:tr>
              <a:tr h="247306">
                <a:tc>
                  <a:txBody>
                    <a:bodyPr/>
                    <a:lstStyle/>
                    <a:p>
                      <a:pPr algn="ctr">
                        <a:buNone/>
                      </a:pPr>
                      <a:r>
                        <a:rPr lang="en-IN" sz="1600"/>
                        <a:t>O0170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2568345"/>
                  </a:ext>
                </a:extLst>
              </a:tr>
              <a:tr h="247306">
                <a:tc>
                  <a:txBody>
                    <a:bodyPr/>
                    <a:lstStyle/>
                    <a:p>
                      <a:pPr algn="ctr">
                        <a:buNone/>
                      </a:pPr>
                      <a:r>
                        <a:rPr lang="en-IN" sz="1600"/>
                        <a:t>O0162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78435"/>
                  </a:ext>
                </a:extLst>
              </a:tr>
              <a:tr h="247306">
                <a:tc>
                  <a:txBody>
                    <a:bodyPr/>
                    <a:lstStyle/>
                    <a:p>
                      <a:pPr algn="ctr">
                        <a:buNone/>
                      </a:pPr>
                      <a:r>
                        <a:rPr lang="en-IN" sz="1600"/>
                        <a:t>O0115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4326546"/>
                  </a:ext>
                </a:extLst>
              </a:tr>
              <a:tr h="247306">
                <a:tc>
                  <a:txBody>
                    <a:bodyPr/>
                    <a:lstStyle/>
                    <a:p>
                      <a:pPr algn="ctr">
                        <a:buNone/>
                      </a:pPr>
                      <a:r>
                        <a:rPr lang="en-IN" sz="1600"/>
                        <a:t>O0120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875542"/>
                  </a:ext>
                </a:extLst>
              </a:tr>
              <a:tr h="247306">
                <a:tc>
                  <a:txBody>
                    <a:bodyPr/>
                    <a:lstStyle/>
                    <a:p>
                      <a:pPr algn="ctr">
                        <a:buNone/>
                      </a:pPr>
                      <a:r>
                        <a:rPr lang="en-IN" sz="1600"/>
                        <a:t>O0273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8657763"/>
                  </a:ext>
                </a:extLst>
              </a:tr>
              <a:tr h="247306">
                <a:tc>
                  <a:txBody>
                    <a:bodyPr/>
                    <a:lstStyle/>
                    <a:p>
                      <a:pPr algn="ctr">
                        <a:buNone/>
                      </a:pPr>
                      <a:r>
                        <a:rPr lang="en-IN" sz="1600"/>
                        <a:t>O0272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8940479"/>
                  </a:ext>
                </a:extLst>
              </a:tr>
              <a:tr h="247306">
                <a:tc>
                  <a:txBody>
                    <a:bodyPr/>
                    <a:lstStyle/>
                    <a:p>
                      <a:pPr algn="ctr">
                        <a:buNone/>
                      </a:pPr>
                      <a:r>
                        <a:rPr lang="en-IN" sz="1600"/>
                        <a:t>O0029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6952649"/>
                  </a:ext>
                </a:extLst>
              </a:tr>
              <a:tr h="247306">
                <a:tc>
                  <a:txBody>
                    <a:bodyPr/>
                    <a:lstStyle/>
                    <a:p>
                      <a:pPr algn="ctr">
                        <a:buNone/>
                      </a:pPr>
                      <a:r>
                        <a:rPr lang="en-IN" sz="1600"/>
                        <a:t>O0150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1452908"/>
                  </a:ext>
                </a:extLst>
              </a:tr>
              <a:tr h="247306">
                <a:tc>
                  <a:txBody>
                    <a:bodyPr/>
                    <a:lstStyle/>
                    <a:p>
                      <a:pPr algn="ctr">
                        <a:buNone/>
                      </a:pPr>
                      <a:r>
                        <a:rPr lang="en-IN" sz="1600"/>
                        <a:t>O0166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711889"/>
                  </a:ext>
                </a:extLst>
              </a:tr>
              <a:tr h="247306">
                <a:tc>
                  <a:txBody>
                    <a:bodyPr/>
                    <a:lstStyle/>
                    <a:p>
                      <a:pPr algn="ctr">
                        <a:buNone/>
                      </a:pPr>
                      <a:r>
                        <a:rPr lang="en-IN" sz="1600"/>
                        <a:t>O0044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4515502"/>
                  </a:ext>
                </a:extLst>
              </a:tr>
              <a:tr h="247306">
                <a:tc>
                  <a:txBody>
                    <a:bodyPr/>
                    <a:lstStyle/>
                    <a:p>
                      <a:pPr algn="ctr">
                        <a:buNone/>
                      </a:pPr>
                      <a:r>
                        <a:rPr lang="en-IN" sz="1600"/>
                        <a:t>O0211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058401"/>
                  </a:ext>
                </a:extLst>
              </a:tr>
              <a:tr h="247306">
                <a:tc>
                  <a:txBody>
                    <a:bodyPr/>
                    <a:lstStyle/>
                    <a:p>
                      <a:pPr algn="ctr">
                        <a:buNone/>
                      </a:pPr>
                      <a:r>
                        <a:rPr lang="en-IN" sz="1600"/>
                        <a:t>O0048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9471307"/>
                  </a:ext>
                </a:extLst>
              </a:tr>
              <a:tr h="247306">
                <a:tc>
                  <a:txBody>
                    <a:bodyPr/>
                    <a:lstStyle/>
                    <a:p>
                      <a:pPr algn="ctr">
                        <a:buNone/>
                      </a:pPr>
                      <a:r>
                        <a:rPr lang="en-IN" sz="1600"/>
                        <a:t>O0053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8187673"/>
                  </a:ext>
                </a:extLst>
              </a:tr>
              <a:tr h="247306">
                <a:tc>
                  <a:txBody>
                    <a:bodyPr/>
                    <a:lstStyle/>
                    <a:p>
                      <a:pPr algn="ctr">
                        <a:buNone/>
                      </a:pPr>
                      <a:r>
                        <a:rPr lang="en-IN" sz="1600"/>
                        <a:t>O0077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691703"/>
                  </a:ext>
                </a:extLst>
              </a:tr>
              <a:tr h="247306">
                <a:tc>
                  <a:txBody>
                    <a:bodyPr/>
                    <a:lstStyle/>
                    <a:p>
                      <a:pPr algn="ctr">
                        <a:buNone/>
                      </a:pPr>
                      <a:r>
                        <a:rPr lang="en-IN" sz="1600"/>
                        <a:t>O0082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4113083"/>
                  </a:ext>
                </a:extLst>
              </a:tr>
              <a:tr h="247306">
                <a:tc>
                  <a:txBody>
                    <a:bodyPr/>
                    <a:lstStyle/>
                    <a:p>
                      <a:pPr algn="ctr">
                        <a:buNone/>
                      </a:pPr>
                      <a:r>
                        <a:rPr lang="en-IN" sz="1600"/>
                        <a:t>O0088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1871673"/>
                  </a:ext>
                </a:extLst>
              </a:tr>
              <a:tr h="247306">
                <a:tc>
                  <a:txBody>
                    <a:bodyPr/>
                    <a:lstStyle/>
                    <a:p>
                      <a:pPr algn="ctr">
                        <a:buNone/>
                      </a:pPr>
                      <a:r>
                        <a:rPr lang="en-IN" sz="1600"/>
                        <a:t>O0089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244066"/>
                  </a:ext>
                </a:extLst>
              </a:tr>
              <a:tr h="247306">
                <a:tc>
                  <a:txBody>
                    <a:bodyPr/>
                    <a:lstStyle/>
                    <a:p>
                      <a:pPr algn="ctr">
                        <a:buNone/>
                      </a:pPr>
                      <a:r>
                        <a:rPr lang="en-IN" sz="1600"/>
                        <a:t>O0103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2596838"/>
                  </a:ext>
                </a:extLst>
              </a:tr>
              <a:tr h="247306">
                <a:tc>
                  <a:txBody>
                    <a:bodyPr/>
                    <a:lstStyle/>
                    <a:p>
                      <a:pPr algn="ctr">
                        <a:buNone/>
                      </a:pPr>
                      <a:r>
                        <a:rPr lang="en-IN" sz="1600"/>
                        <a:t>O0111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695354"/>
                  </a:ext>
                </a:extLst>
              </a:tr>
              <a:tr h="247306">
                <a:tc>
                  <a:txBody>
                    <a:bodyPr/>
                    <a:lstStyle/>
                    <a:p>
                      <a:pPr algn="ctr">
                        <a:buNone/>
                      </a:pPr>
                      <a:r>
                        <a:rPr lang="en-IN" sz="1600"/>
                        <a:t>O0140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917351"/>
                  </a:ext>
                </a:extLst>
              </a:tr>
              <a:tr h="247306">
                <a:tc>
                  <a:txBody>
                    <a:bodyPr/>
                    <a:lstStyle/>
                    <a:p>
                      <a:pPr algn="ctr">
                        <a:buNone/>
                      </a:pPr>
                      <a:r>
                        <a:rPr lang="en-IN" sz="1600"/>
                        <a:t>O0226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745481"/>
                  </a:ext>
                </a:extLst>
              </a:tr>
              <a:tr h="247306">
                <a:tc>
                  <a:txBody>
                    <a:bodyPr/>
                    <a:lstStyle/>
                    <a:p>
                      <a:pPr algn="ctr">
                        <a:buNone/>
                      </a:pPr>
                      <a:r>
                        <a:rPr lang="en-IN" sz="1600"/>
                        <a:t>O0157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7031760"/>
                  </a:ext>
                </a:extLst>
              </a:tr>
              <a:tr h="247306">
                <a:tc>
                  <a:txBody>
                    <a:bodyPr/>
                    <a:lstStyle/>
                    <a:p>
                      <a:pPr algn="ctr">
                        <a:buNone/>
                      </a:pPr>
                      <a:r>
                        <a:rPr lang="en-IN" sz="1600"/>
                        <a:t>O0159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1667762"/>
                  </a:ext>
                </a:extLst>
              </a:tr>
              <a:tr h="247306">
                <a:tc>
                  <a:txBody>
                    <a:bodyPr/>
                    <a:lstStyle/>
                    <a:p>
                      <a:pPr algn="ctr">
                        <a:buNone/>
                      </a:pPr>
                      <a:r>
                        <a:rPr lang="en-IN" sz="1600"/>
                        <a:t>O0165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4760328"/>
                  </a:ext>
                </a:extLst>
              </a:tr>
              <a:tr h="247306">
                <a:tc>
                  <a:txBody>
                    <a:bodyPr/>
                    <a:lstStyle/>
                    <a:p>
                      <a:pPr algn="ctr">
                        <a:buNone/>
                      </a:pPr>
                      <a:r>
                        <a:rPr lang="en-IN" sz="1600"/>
                        <a:t>O0178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644635"/>
                  </a:ext>
                </a:extLst>
              </a:tr>
              <a:tr h="247306">
                <a:tc>
                  <a:txBody>
                    <a:bodyPr/>
                    <a:lstStyle/>
                    <a:p>
                      <a:pPr algn="ctr">
                        <a:buNone/>
                      </a:pPr>
                      <a:r>
                        <a:rPr lang="en-IN" sz="1600"/>
                        <a:t>O0183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6948271"/>
                  </a:ext>
                </a:extLst>
              </a:tr>
              <a:tr h="247306">
                <a:tc>
                  <a:txBody>
                    <a:bodyPr/>
                    <a:lstStyle/>
                    <a:p>
                      <a:pPr algn="ctr">
                        <a:buNone/>
                      </a:pPr>
                      <a:r>
                        <a:rPr lang="en-IN" sz="1600"/>
                        <a:t>O0212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3144387"/>
                  </a:ext>
                </a:extLst>
              </a:tr>
              <a:tr h="247306">
                <a:tc>
                  <a:txBody>
                    <a:bodyPr/>
                    <a:lstStyle/>
                    <a:p>
                      <a:pPr algn="ctr">
                        <a:buNone/>
                      </a:pPr>
                      <a:r>
                        <a:rPr lang="en-IN" sz="1600"/>
                        <a:t>O0228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7361300"/>
                  </a:ext>
                </a:extLst>
              </a:tr>
              <a:tr h="247306">
                <a:tc>
                  <a:txBody>
                    <a:bodyPr/>
                    <a:lstStyle/>
                    <a:p>
                      <a:pPr algn="ctr">
                        <a:buNone/>
                      </a:pPr>
                      <a:r>
                        <a:rPr lang="en-IN" sz="1600"/>
                        <a:t>O0235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5418811"/>
                  </a:ext>
                </a:extLst>
              </a:tr>
              <a:tr h="247306">
                <a:tc>
                  <a:txBody>
                    <a:bodyPr/>
                    <a:lstStyle/>
                    <a:p>
                      <a:pPr algn="ctr">
                        <a:buNone/>
                      </a:pPr>
                      <a:r>
                        <a:rPr lang="en-IN" sz="1600"/>
                        <a:t>O0254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8139470"/>
                  </a:ext>
                </a:extLst>
              </a:tr>
              <a:tr h="247306">
                <a:tc>
                  <a:txBody>
                    <a:bodyPr/>
                    <a:lstStyle/>
                    <a:p>
                      <a:pPr algn="ctr">
                        <a:buNone/>
                      </a:pPr>
                      <a:r>
                        <a:rPr lang="en-IN" sz="1600"/>
                        <a:t>O0261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9362717"/>
                  </a:ext>
                </a:extLst>
              </a:tr>
              <a:tr h="247306">
                <a:tc>
                  <a:txBody>
                    <a:bodyPr/>
                    <a:lstStyle/>
                    <a:p>
                      <a:pPr algn="ctr">
                        <a:buNone/>
                      </a:pPr>
                      <a:r>
                        <a:rPr lang="en-IN" sz="1600"/>
                        <a:t>O0265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4349001"/>
                  </a:ext>
                </a:extLst>
              </a:tr>
              <a:tr h="247306">
                <a:tc>
                  <a:txBody>
                    <a:bodyPr/>
                    <a:lstStyle/>
                    <a:p>
                      <a:pPr algn="ctr">
                        <a:buNone/>
                      </a:pPr>
                      <a:r>
                        <a:rPr lang="en-IN" sz="1600"/>
                        <a:t>O0017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7910838"/>
                  </a:ext>
                </a:extLst>
              </a:tr>
              <a:tr h="247306">
                <a:tc>
                  <a:txBody>
                    <a:bodyPr/>
                    <a:lstStyle/>
                    <a:p>
                      <a:pPr algn="ctr">
                        <a:buNone/>
                      </a:pPr>
                      <a:r>
                        <a:rPr lang="en-IN" sz="1600"/>
                        <a:t>O0018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6724393"/>
                  </a:ext>
                </a:extLst>
              </a:tr>
              <a:tr h="247306">
                <a:tc>
                  <a:txBody>
                    <a:bodyPr/>
                    <a:lstStyle/>
                    <a:p>
                      <a:pPr algn="ctr">
                        <a:buNone/>
                      </a:pPr>
                      <a:r>
                        <a:rPr lang="en-IN" sz="1600"/>
                        <a:t>O0297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6525343"/>
                  </a:ext>
                </a:extLst>
              </a:tr>
              <a:tr h="247306">
                <a:tc>
                  <a:txBody>
                    <a:bodyPr/>
                    <a:lstStyle/>
                    <a:p>
                      <a:pPr algn="ctr">
                        <a:buNone/>
                      </a:pPr>
                      <a:r>
                        <a:rPr lang="en-IN" sz="1600"/>
                        <a:t>O0151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6721149"/>
                  </a:ext>
                </a:extLst>
              </a:tr>
              <a:tr h="247306">
                <a:tc>
                  <a:txBody>
                    <a:bodyPr/>
                    <a:lstStyle/>
                    <a:p>
                      <a:pPr algn="ctr">
                        <a:buNone/>
                      </a:pPr>
                      <a:r>
                        <a:rPr lang="en-IN" sz="1600"/>
                        <a:t>O0005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898094"/>
                  </a:ext>
                </a:extLst>
              </a:tr>
              <a:tr h="247306">
                <a:tc>
                  <a:txBody>
                    <a:bodyPr/>
                    <a:lstStyle/>
                    <a:p>
                      <a:pPr algn="ctr">
                        <a:buNone/>
                      </a:pPr>
                      <a:r>
                        <a:rPr lang="en-IN" sz="1600"/>
                        <a:t>O0169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916590"/>
                  </a:ext>
                </a:extLst>
              </a:tr>
              <a:tr h="247306">
                <a:tc>
                  <a:txBody>
                    <a:bodyPr/>
                    <a:lstStyle/>
                    <a:p>
                      <a:pPr algn="ctr">
                        <a:buNone/>
                      </a:pPr>
                      <a:r>
                        <a:rPr lang="en-IN" sz="1600"/>
                        <a:t>O0073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5792119"/>
                  </a:ext>
                </a:extLst>
              </a:tr>
              <a:tr h="247306">
                <a:tc>
                  <a:txBody>
                    <a:bodyPr/>
                    <a:lstStyle/>
                    <a:p>
                      <a:pPr algn="ctr">
                        <a:buNone/>
                      </a:pPr>
                      <a:r>
                        <a:rPr lang="en-IN" sz="1600"/>
                        <a:t>O0203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1513789"/>
                  </a:ext>
                </a:extLst>
              </a:tr>
              <a:tr h="247306">
                <a:tc>
                  <a:txBody>
                    <a:bodyPr/>
                    <a:lstStyle/>
                    <a:p>
                      <a:pPr algn="ctr">
                        <a:buNone/>
                      </a:pPr>
                      <a:r>
                        <a:rPr lang="en-IN" sz="1600"/>
                        <a:t>O0299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6221366"/>
                  </a:ext>
                </a:extLst>
              </a:tr>
              <a:tr h="247306">
                <a:tc>
                  <a:txBody>
                    <a:bodyPr/>
                    <a:lstStyle/>
                    <a:p>
                      <a:pPr algn="ctr">
                        <a:buNone/>
                      </a:pPr>
                      <a:r>
                        <a:rPr lang="en-IN" sz="1600"/>
                        <a:t>O0108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720327"/>
                  </a:ext>
                </a:extLst>
              </a:tr>
              <a:tr h="247306">
                <a:tc>
                  <a:txBody>
                    <a:bodyPr/>
                    <a:lstStyle/>
                    <a:p>
                      <a:pPr algn="ctr">
                        <a:buNone/>
                      </a:pPr>
                      <a:r>
                        <a:rPr lang="en-IN" sz="1600"/>
                        <a:t>O0180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195314"/>
                  </a:ext>
                </a:extLst>
              </a:tr>
              <a:tr h="247306">
                <a:tc>
                  <a:txBody>
                    <a:bodyPr/>
                    <a:lstStyle/>
                    <a:p>
                      <a:pPr algn="ctr">
                        <a:buNone/>
                      </a:pPr>
                      <a:r>
                        <a:rPr lang="en-IN" sz="1600"/>
                        <a:t>O0043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804158"/>
                  </a:ext>
                </a:extLst>
              </a:tr>
              <a:tr h="247306">
                <a:tc>
                  <a:txBody>
                    <a:bodyPr/>
                    <a:lstStyle/>
                    <a:p>
                      <a:pPr algn="ctr">
                        <a:buNone/>
                      </a:pPr>
                      <a:r>
                        <a:rPr lang="en-IN" sz="1600"/>
                        <a:t>O0278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9926441"/>
                  </a:ext>
                </a:extLst>
              </a:tr>
              <a:tr h="247306">
                <a:tc>
                  <a:txBody>
                    <a:bodyPr/>
                    <a:lstStyle/>
                    <a:p>
                      <a:pPr algn="ctr">
                        <a:buNone/>
                      </a:pPr>
                      <a:r>
                        <a:rPr lang="en-IN" sz="1600"/>
                        <a:t>O0148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367197"/>
                  </a:ext>
                </a:extLst>
              </a:tr>
              <a:tr h="247306">
                <a:tc>
                  <a:txBody>
                    <a:bodyPr/>
                    <a:lstStyle/>
                    <a:p>
                      <a:pPr algn="ctr">
                        <a:buNone/>
                      </a:pPr>
                      <a:r>
                        <a:rPr lang="en-IN" sz="1600"/>
                        <a:t>O0008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56190"/>
                  </a:ext>
                </a:extLst>
              </a:tr>
              <a:tr h="247306">
                <a:tc>
                  <a:txBody>
                    <a:bodyPr/>
                    <a:lstStyle/>
                    <a:p>
                      <a:pPr algn="ctr">
                        <a:buNone/>
                      </a:pPr>
                      <a:r>
                        <a:rPr lang="en-IN" sz="1600"/>
                        <a:t>O0260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023800"/>
                  </a:ext>
                </a:extLst>
              </a:tr>
              <a:tr h="247306">
                <a:tc>
                  <a:txBody>
                    <a:bodyPr/>
                    <a:lstStyle/>
                    <a:p>
                      <a:pPr algn="ctr">
                        <a:buNone/>
                      </a:pPr>
                      <a:r>
                        <a:rPr lang="en-IN" sz="1600"/>
                        <a:t>O0087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7391089"/>
                  </a:ext>
                </a:extLst>
              </a:tr>
              <a:tr h="247306">
                <a:tc>
                  <a:txBody>
                    <a:bodyPr/>
                    <a:lstStyle/>
                    <a:p>
                      <a:pPr algn="ctr">
                        <a:buNone/>
                      </a:pPr>
                      <a:r>
                        <a:rPr lang="en-IN" sz="1600"/>
                        <a:t>O0218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8710807"/>
                  </a:ext>
                </a:extLst>
              </a:tr>
              <a:tr h="247306">
                <a:tc>
                  <a:txBody>
                    <a:bodyPr/>
                    <a:lstStyle/>
                    <a:p>
                      <a:pPr algn="ctr">
                        <a:buNone/>
                      </a:pPr>
                      <a:r>
                        <a:rPr lang="en-IN" sz="1600"/>
                        <a:t>O0129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768706"/>
                  </a:ext>
                </a:extLst>
              </a:tr>
              <a:tr h="247306">
                <a:tc>
                  <a:txBody>
                    <a:bodyPr/>
                    <a:lstStyle/>
                    <a:p>
                      <a:pPr algn="ctr">
                        <a:buNone/>
                      </a:pPr>
                      <a:r>
                        <a:rPr lang="en-IN" sz="1600"/>
                        <a:t>O0172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891272"/>
                  </a:ext>
                </a:extLst>
              </a:tr>
              <a:tr h="247306">
                <a:tc>
                  <a:txBody>
                    <a:bodyPr/>
                    <a:lstStyle/>
                    <a:p>
                      <a:pPr algn="ctr">
                        <a:buNone/>
                      </a:pPr>
                      <a:r>
                        <a:rPr lang="en-IN" sz="1600"/>
                        <a:t>O0174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5324587"/>
                  </a:ext>
                </a:extLst>
              </a:tr>
              <a:tr h="247306">
                <a:tc>
                  <a:txBody>
                    <a:bodyPr/>
                    <a:lstStyle/>
                    <a:p>
                      <a:pPr algn="ctr">
                        <a:buNone/>
                      </a:pPr>
                      <a:r>
                        <a:rPr lang="en-IN" sz="1600"/>
                        <a:t>O0083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73745"/>
                  </a:ext>
                </a:extLst>
              </a:tr>
              <a:tr h="247306">
                <a:tc>
                  <a:txBody>
                    <a:bodyPr/>
                    <a:lstStyle/>
                    <a:p>
                      <a:pPr algn="ctr">
                        <a:buNone/>
                      </a:pPr>
                      <a:r>
                        <a:rPr lang="en-IN" sz="1600"/>
                        <a:t>O0176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0292088"/>
                  </a:ext>
                </a:extLst>
              </a:tr>
              <a:tr h="247306">
                <a:tc>
                  <a:txBody>
                    <a:bodyPr/>
                    <a:lstStyle/>
                    <a:p>
                      <a:pPr algn="ctr">
                        <a:buNone/>
                      </a:pPr>
                      <a:r>
                        <a:rPr lang="en-IN" sz="1600"/>
                        <a:t>O0032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955700"/>
                  </a:ext>
                </a:extLst>
              </a:tr>
              <a:tr h="247306">
                <a:tc>
                  <a:txBody>
                    <a:bodyPr/>
                    <a:lstStyle/>
                    <a:p>
                      <a:pPr algn="ctr">
                        <a:buNone/>
                      </a:pPr>
                      <a:r>
                        <a:rPr lang="en-IN" sz="1600"/>
                        <a:t>O0078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988855"/>
                  </a:ext>
                </a:extLst>
              </a:tr>
              <a:tr h="247306">
                <a:tc>
                  <a:txBody>
                    <a:bodyPr/>
                    <a:lstStyle/>
                    <a:p>
                      <a:pPr algn="ctr">
                        <a:buNone/>
                      </a:pPr>
                      <a:r>
                        <a:rPr lang="en-IN" sz="1600"/>
                        <a:t>O0182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699856"/>
                  </a:ext>
                </a:extLst>
              </a:tr>
              <a:tr h="247306">
                <a:tc>
                  <a:txBody>
                    <a:bodyPr/>
                    <a:lstStyle/>
                    <a:p>
                      <a:pPr algn="ctr">
                        <a:buNone/>
                      </a:pPr>
                      <a:r>
                        <a:rPr lang="en-IN" sz="1600"/>
                        <a:t>O0185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5821534"/>
                  </a:ext>
                </a:extLst>
              </a:tr>
              <a:tr h="247306">
                <a:tc>
                  <a:txBody>
                    <a:bodyPr/>
                    <a:lstStyle/>
                    <a:p>
                      <a:pPr algn="ctr">
                        <a:buNone/>
                      </a:pPr>
                      <a:r>
                        <a:rPr lang="en-IN" sz="1600"/>
                        <a:t>O0255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1812438"/>
                  </a:ext>
                </a:extLst>
              </a:tr>
              <a:tr h="247306">
                <a:tc>
                  <a:txBody>
                    <a:bodyPr/>
                    <a:lstStyle/>
                    <a:p>
                      <a:pPr algn="ctr">
                        <a:buNone/>
                      </a:pPr>
                      <a:r>
                        <a:rPr lang="en-IN" sz="1600"/>
                        <a:t>O0190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2389711"/>
                  </a:ext>
                </a:extLst>
              </a:tr>
              <a:tr h="247306">
                <a:tc>
                  <a:txBody>
                    <a:bodyPr/>
                    <a:lstStyle/>
                    <a:p>
                      <a:pPr algn="ctr">
                        <a:buNone/>
                      </a:pPr>
                      <a:r>
                        <a:rPr lang="en-IN" sz="1600"/>
                        <a:t>O0173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6235776"/>
                  </a:ext>
                </a:extLst>
              </a:tr>
              <a:tr h="247306">
                <a:tc>
                  <a:txBody>
                    <a:bodyPr/>
                    <a:lstStyle/>
                    <a:p>
                      <a:pPr algn="ctr">
                        <a:buNone/>
                      </a:pPr>
                      <a:r>
                        <a:rPr lang="en-IN" sz="1600"/>
                        <a:t>O0051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9555399"/>
                  </a:ext>
                </a:extLst>
              </a:tr>
              <a:tr h="247306">
                <a:tc>
                  <a:txBody>
                    <a:bodyPr/>
                    <a:lstStyle/>
                    <a:p>
                      <a:pPr algn="ctr">
                        <a:buNone/>
                      </a:pPr>
                      <a:r>
                        <a:rPr lang="en-IN" sz="1600"/>
                        <a:t>O0063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7651243"/>
                  </a:ext>
                </a:extLst>
              </a:tr>
              <a:tr h="247306">
                <a:tc>
                  <a:txBody>
                    <a:bodyPr/>
                    <a:lstStyle/>
                    <a:p>
                      <a:pPr algn="ctr">
                        <a:buNone/>
                      </a:pPr>
                      <a:r>
                        <a:rPr lang="en-IN" sz="1600"/>
                        <a:t>O0067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4074001"/>
                  </a:ext>
                </a:extLst>
              </a:tr>
              <a:tr h="247306">
                <a:tc>
                  <a:txBody>
                    <a:bodyPr/>
                    <a:lstStyle/>
                    <a:p>
                      <a:pPr algn="ctr">
                        <a:buNone/>
                      </a:pPr>
                      <a:r>
                        <a:rPr lang="en-IN" sz="1600"/>
                        <a:t>O0135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8826444"/>
                  </a:ext>
                </a:extLst>
              </a:tr>
              <a:tr h="247306">
                <a:tc>
                  <a:txBody>
                    <a:bodyPr/>
                    <a:lstStyle/>
                    <a:p>
                      <a:pPr algn="ctr">
                        <a:buNone/>
                      </a:pPr>
                      <a:r>
                        <a:rPr lang="en-IN" sz="1600"/>
                        <a:t>O0106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9411222"/>
                  </a:ext>
                </a:extLst>
              </a:tr>
              <a:tr h="247306">
                <a:tc>
                  <a:txBody>
                    <a:bodyPr/>
                    <a:lstStyle/>
                    <a:p>
                      <a:pPr algn="ctr">
                        <a:buNone/>
                      </a:pPr>
                      <a:r>
                        <a:rPr lang="en-IN" sz="1600"/>
                        <a:t>O0147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822728"/>
                  </a:ext>
                </a:extLst>
              </a:tr>
              <a:tr h="247306">
                <a:tc>
                  <a:txBody>
                    <a:bodyPr/>
                    <a:lstStyle/>
                    <a:p>
                      <a:pPr algn="ctr">
                        <a:buNone/>
                      </a:pPr>
                      <a:r>
                        <a:rPr lang="en-IN" sz="1600"/>
                        <a:t>O0096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5893404"/>
                  </a:ext>
                </a:extLst>
              </a:tr>
              <a:tr h="247306">
                <a:tc>
                  <a:txBody>
                    <a:bodyPr/>
                    <a:lstStyle/>
                    <a:p>
                      <a:pPr algn="ctr">
                        <a:buNone/>
                      </a:pPr>
                      <a:r>
                        <a:rPr lang="en-IN" sz="1600"/>
                        <a:t>O0224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991426"/>
                  </a:ext>
                </a:extLst>
              </a:tr>
              <a:tr h="247306">
                <a:tc>
                  <a:txBody>
                    <a:bodyPr/>
                    <a:lstStyle/>
                    <a:p>
                      <a:pPr algn="ctr">
                        <a:buNone/>
                      </a:pPr>
                      <a:r>
                        <a:rPr lang="en-IN" sz="1600"/>
                        <a:t>O0026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76676"/>
                  </a:ext>
                </a:extLst>
              </a:tr>
              <a:tr h="247306">
                <a:tc>
                  <a:txBody>
                    <a:bodyPr/>
                    <a:lstStyle/>
                    <a:p>
                      <a:pPr algn="ctr">
                        <a:buNone/>
                      </a:pPr>
                      <a:r>
                        <a:rPr lang="en-IN" sz="1600"/>
                        <a:t>O0035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807573"/>
                  </a:ext>
                </a:extLst>
              </a:tr>
              <a:tr h="247306">
                <a:tc>
                  <a:txBody>
                    <a:bodyPr/>
                    <a:lstStyle/>
                    <a:p>
                      <a:pPr algn="ctr">
                        <a:buNone/>
                      </a:pPr>
                      <a:r>
                        <a:rPr lang="en-IN" sz="1600"/>
                        <a:t>O0230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3635370"/>
                  </a:ext>
                </a:extLst>
              </a:tr>
              <a:tr h="247306">
                <a:tc>
                  <a:txBody>
                    <a:bodyPr/>
                    <a:lstStyle/>
                    <a:p>
                      <a:pPr algn="ctr">
                        <a:buNone/>
                      </a:pPr>
                      <a:r>
                        <a:rPr lang="en-IN" sz="1600"/>
                        <a:t>O0105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826881"/>
                  </a:ext>
                </a:extLst>
              </a:tr>
              <a:tr h="247306">
                <a:tc>
                  <a:txBody>
                    <a:bodyPr/>
                    <a:lstStyle/>
                    <a:p>
                      <a:pPr algn="ctr">
                        <a:buNone/>
                      </a:pPr>
                      <a:r>
                        <a:rPr lang="en-IN" sz="1600"/>
                        <a:t>O0119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942567"/>
                  </a:ext>
                </a:extLst>
              </a:tr>
              <a:tr h="247306">
                <a:tc>
                  <a:txBody>
                    <a:bodyPr/>
                    <a:lstStyle/>
                    <a:p>
                      <a:pPr algn="ctr">
                        <a:buNone/>
                      </a:pPr>
                      <a:r>
                        <a:rPr lang="en-IN" sz="1600"/>
                        <a:t>O0127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8828336"/>
                  </a:ext>
                </a:extLst>
              </a:tr>
              <a:tr h="247306">
                <a:tc>
                  <a:txBody>
                    <a:bodyPr/>
                    <a:lstStyle/>
                    <a:p>
                      <a:pPr algn="ctr">
                        <a:buNone/>
                      </a:pPr>
                      <a:r>
                        <a:rPr lang="en-IN" sz="1600"/>
                        <a:t>O0037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7965113"/>
                  </a:ext>
                </a:extLst>
              </a:tr>
              <a:tr h="247306">
                <a:tc>
                  <a:txBody>
                    <a:bodyPr/>
                    <a:lstStyle/>
                    <a:p>
                      <a:pPr algn="ctr">
                        <a:buNone/>
                      </a:pPr>
                      <a:r>
                        <a:rPr lang="en-IN" sz="1600"/>
                        <a:t>O0075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631729"/>
                  </a:ext>
                </a:extLst>
              </a:tr>
              <a:tr h="247306">
                <a:tc>
                  <a:txBody>
                    <a:bodyPr/>
                    <a:lstStyle/>
                    <a:p>
                      <a:pPr algn="ctr">
                        <a:buNone/>
                      </a:pPr>
                      <a:r>
                        <a:rPr lang="en-IN" sz="1600"/>
                        <a:t>O0285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1680711"/>
                  </a:ext>
                </a:extLst>
              </a:tr>
              <a:tr h="247306">
                <a:tc>
                  <a:txBody>
                    <a:bodyPr/>
                    <a:lstStyle/>
                    <a:p>
                      <a:pPr algn="ctr">
                        <a:buNone/>
                      </a:pPr>
                      <a:r>
                        <a:rPr lang="en-IN" sz="1600"/>
                        <a:t>O0101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4123959"/>
                  </a:ext>
                </a:extLst>
              </a:tr>
              <a:tr h="247306">
                <a:tc>
                  <a:txBody>
                    <a:bodyPr/>
                    <a:lstStyle/>
                    <a:p>
                      <a:pPr algn="ctr">
                        <a:buNone/>
                      </a:pPr>
                      <a:r>
                        <a:rPr lang="en-IN" sz="1600"/>
                        <a:t>O0250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679065"/>
                  </a:ext>
                </a:extLst>
              </a:tr>
              <a:tr h="247306">
                <a:tc>
                  <a:txBody>
                    <a:bodyPr/>
                    <a:lstStyle/>
                    <a:p>
                      <a:pPr algn="ctr">
                        <a:buNone/>
                      </a:pPr>
                      <a:r>
                        <a:rPr lang="en-IN" sz="1600"/>
                        <a:t>O0013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1514"/>
                  </a:ext>
                </a:extLst>
              </a:tr>
              <a:tr h="247306">
                <a:tc>
                  <a:txBody>
                    <a:bodyPr/>
                    <a:lstStyle/>
                    <a:p>
                      <a:pPr algn="ctr">
                        <a:buNone/>
                      </a:pPr>
                      <a:r>
                        <a:rPr lang="en-IN" sz="1600"/>
                        <a:t>O0117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8934921"/>
                  </a:ext>
                </a:extLst>
              </a:tr>
              <a:tr h="247306">
                <a:tc>
                  <a:txBody>
                    <a:bodyPr/>
                    <a:lstStyle/>
                    <a:p>
                      <a:pPr algn="ctr">
                        <a:buNone/>
                      </a:pPr>
                      <a:r>
                        <a:rPr lang="en-IN" sz="1600"/>
                        <a:t>O0046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543131"/>
                  </a:ext>
                </a:extLst>
              </a:tr>
              <a:tr h="247306">
                <a:tc>
                  <a:txBody>
                    <a:bodyPr/>
                    <a:lstStyle/>
                    <a:p>
                      <a:pPr algn="ctr">
                        <a:buNone/>
                      </a:pPr>
                      <a:r>
                        <a:rPr lang="en-IN" sz="1600"/>
                        <a:t>O0234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929479"/>
                  </a:ext>
                </a:extLst>
              </a:tr>
              <a:tr h="247306">
                <a:tc>
                  <a:txBody>
                    <a:bodyPr/>
                    <a:lstStyle/>
                    <a:p>
                      <a:pPr algn="ctr">
                        <a:buNone/>
                      </a:pPr>
                      <a:r>
                        <a:rPr lang="en-IN" sz="1600"/>
                        <a:t>O0086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8565673"/>
                  </a:ext>
                </a:extLst>
              </a:tr>
              <a:tr h="247306">
                <a:tc>
                  <a:txBody>
                    <a:bodyPr/>
                    <a:lstStyle/>
                    <a:p>
                      <a:pPr algn="ctr">
                        <a:buNone/>
                      </a:pPr>
                      <a:r>
                        <a:rPr lang="en-IN" sz="1600"/>
                        <a:t>O0168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2859350"/>
                  </a:ext>
                </a:extLst>
              </a:tr>
              <a:tr h="247306">
                <a:tc>
                  <a:txBody>
                    <a:bodyPr/>
                    <a:lstStyle/>
                    <a:p>
                      <a:pPr algn="ctr">
                        <a:buNone/>
                      </a:pPr>
                      <a:r>
                        <a:rPr lang="en-IN" sz="1600"/>
                        <a:t>O0098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020974"/>
                  </a:ext>
                </a:extLst>
              </a:tr>
              <a:tr h="247306">
                <a:tc>
                  <a:txBody>
                    <a:bodyPr/>
                    <a:lstStyle/>
                    <a:p>
                      <a:pPr algn="ctr">
                        <a:buNone/>
                      </a:pPr>
                      <a:r>
                        <a:rPr lang="en-IN" sz="1600"/>
                        <a:t>O0167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8627343"/>
                  </a:ext>
                </a:extLst>
              </a:tr>
              <a:tr h="247306">
                <a:tc>
                  <a:txBody>
                    <a:bodyPr/>
                    <a:lstStyle/>
                    <a:p>
                      <a:pPr algn="ctr">
                        <a:buNone/>
                      </a:pPr>
                      <a:r>
                        <a:rPr lang="en-IN" sz="1600"/>
                        <a:t>O0068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1935706"/>
                  </a:ext>
                </a:extLst>
              </a:tr>
              <a:tr h="247306">
                <a:tc>
                  <a:txBody>
                    <a:bodyPr/>
                    <a:lstStyle/>
                    <a:p>
                      <a:pPr algn="ctr">
                        <a:buNone/>
                      </a:pPr>
                      <a:r>
                        <a:rPr lang="en-IN" sz="1600"/>
                        <a:t>O0243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6609388"/>
                  </a:ext>
                </a:extLst>
              </a:tr>
              <a:tr h="247306">
                <a:tc>
                  <a:txBody>
                    <a:bodyPr/>
                    <a:lstStyle/>
                    <a:p>
                      <a:pPr algn="ctr">
                        <a:buNone/>
                      </a:pPr>
                      <a:r>
                        <a:rPr lang="en-IN" sz="1600"/>
                        <a:t>O0247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6316753"/>
                  </a:ext>
                </a:extLst>
              </a:tr>
              <a:tr h="247306">
                <a:tc>
                  <a:txBody>
                    <a:bodyPr/>
                    <a:lstStyle/>
                    <a:p>
                      <a:pPr algn="ctr">
                        <a:buNone/>
                      </a:pPr>
                      <a:r>
                        <a:rPr lang="en-IN" sz="1600"/>
                        <a:t>O0143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1915931"/>
                  </a:ext>
                </a:extLst>
              </a:tr>
              <a:tr h="247306">
                <a:tc>
                  <a:txBody>
                    <a:bodyPr/>
                    <a:lstStyle/>
                    <a:p>
                      <a:pPr algn="ctr">
                        <a:buNone/>
                      </a:pPr>
                      <a:r>
                        <a:rPr lang="en-IN" sz="1600"/>
                        <a:t>O0256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885185"/>
                  </a:ext>
                </a:extLst>
              </a:tr>
              <a:tr h="247306">
                <a:tc>
                  <a:txBody>
                    <a:bodyPr/>
                    <a:lstStyle/>
                    <a:p>
                      <a:pPr algn="ctr">
                        <a:buNone/>
                      </a:pPr>
                      <a:r>
                        <a:rPr lang="en-IN" sz="1600"/>
                        <a:t>O0040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8951568"/>
                  </a:ext>
                </a:extLst>
              </a:tr>
              <a:tr h="247306">
                <a:tc>
                  <a:txBody>
                    <a:bodyPr/>
                    <a:lstStyle/>
                    <a:p>
                      <a:pPr algn="ctr">
                        <a:buNone/>
                      </a:pPr>
                      <a:r>
                        <a:rPr lang="en-IN" sz="1600"/>
                        <a:t>O0161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370524"/>
                  </a:ext>
                </a:extLst>
              </a:tr>
              <a:tr h="247306">
                <a:tc>
                  <a:txBody>
                    <a:bodyPr/>
                    <a:lstStyle/>
                    <a:p>
                      <a:pPr algn="ctr">
                        <a:buNone/>
                      </a:pPr>
                      <a:r>
                        <a:rPr lang="en-IN" sz="1600"/>
                        <a:t>O0028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0603160"/>
                  </a:ext>
                </a:extLst>
              </a:tr>
              <a:tr h="247306">
                <a:tc>
                  <a:txBody>
                    <a:bodyPr/>
                    <a:lstStyle/>
                    <a:p>
                      <a:pPr algn="ctr">
                        <a:buNone/>
                      </a:pPr>
                      <a:r>
                        <a:rPr lang="en-IN" sz="1600"/>
                        <a:t>O0011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941262"/>
                  </a:ext>
                </a:extLst>
              </a:tr>
              <a:tr h="247306">
                <a:tc>
                  <a:txBody>
                    <a:bodyPr/>
                    <a:lstStyle/>
                    <a:p>
                      <a:pPr algn="ctr">
                        <a:buNone/>
                      </a:pPr>
                      <a:r>
                        <a:rPr lang="en-IN" sz="1600"/>
                        <a:t>O0287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439061"/>
                  </a:ext>
                </a:extLst>
              </a:tr>
              <a:tr h="247306">
                <a:tc>
                  <a:txBody>
                    <a:bodyPr/>
                    <a:lstStyle/>
                    <a:p>
                      <a:pPr algn="ctr">
                        <a:buNone/>
                      </a:pPr>
                      <a:r>
                        <a:rPr lang="en-IN" sz="1600"/>
                        <a:t>O0291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6860755"/>
                  </a:ext>
                </a:extLst>
              </a:tr>
              <a:tr h="247306">
                <a:tc>
                  <a:txBody>
                    <a:bodyPr/>
                    <a:lstStyle/>
                    <a:p>
                      <a:pPr algn="ctr">
                        <a:buNone/>
                      </a:pPr>
                      <a:r>
                        <a:rPr lang="en-IN" sz="1600"/>
                        <a:t>O0292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2007085"/>
                  </a:ext>
                </a:extLst>
              </a:tr>
              <a:tr h="247306">
                <a:tc>
                  <a:txBody>
                    <a:bodyPr/>
                    <a:lstStyle/>
                    <a:p>
                      <a:pPr algn="ctr">
                        <a:buNone/>
                      </a:pPr>
                      <a:r>
                        <a:rPr lang="en-IN" sz="1600"/>
                        <a:t>O0145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847566"/>
                  </a:ext>
                </a:extLst>
              </a:tr>
              <a:tr h="247306">
                <a:tc>
                  <a:txBody>
                    <a:bodyPr/>
                    <a:lstStyle/>
                    <a:p>
                      <a:pPr algn="ctr">
                        <a:buNone/>
                      </a:pPr>
                      <a:r>
                        <a:rPr lang="en-IN" sz="1600"/>
                        <a:t>O0023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4836540"/>
                  </a:ext>
                </a:extLst>
              </a:tr>
              <a:tr h="247306">
                <a:tc>
                  <a:txBody>
                    <a:bodyPr/>
                    <a:lstStyle/>
                    <a:p>
                      <a:pPr algn="ctr">
                        <a:buNone/>
                      </a:pPr>
                      <a:r>
                        <a:rPr lang="en-IN" sz="1600"/>
                        <a:t>O0003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9313522"/>
                  </a:ext>
                </a:extLst>
              </a:tr>
              <a:tr h="247306">
                <a:tc>
                  <a:txBody>
                    <a:bodyPr/>
                    <a:lstStyle/>
                    <a:p>
                      <a:pPr algn="ctr">
                        <a:buNone/>
                      </a:pPr>
                      <a:r>
                        <a:rPr lang="en-IN" sz="1600"/>
                        <a:t>O0231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1528029"/>
                  </a:ext>
                </a:extLst>
              </a:tr>
              <a:tr h="247306">
                <a:tc>
                  <a:txBody>
                    <a:bodyPr/>
                    <a:lstStyle/>
                    <a:p>
                      <a:pPr algn="ctr">
                        <a:buNone/>
                      </a:pPr>
                      <a:r>
                        <a:rPr lang="en-IN" sz="1600"/>
                        <a:t>O0033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5720062"/>
                  </a:ext>
                </a:extLst>
              </a:tr>
              <a:tr h="247306">
                <a:tc>
                  <a:txBody>
                    <a:bodyPr/>
                    <a:lstStyle/>
                    <a:p>
                      <a:pPr algn="ctr">
                        <a:buNone/>
                      </a:pPr>
                      <a:r>
                        <a:rPr lang="en-IN" sz="1600"/>
                        <a:t>O0200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037354"/>
                  </a:ext>
                </a:extLst>
              </a:tr>
              <a:tr h="247306">
                <a:tc>
                  <a:txBody>
                    <a:bodyPr/>
                    <a:lstStyle/>
                    <a:p>
                      <a:pPr algn="ctr">
                        <a:buNone/>
                      </a:pPr>
                      <a:r>
                        <a:rPr lang="en-IN" sz="1600"/>
                        <a:t>O0130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4811725"/>
                  </a:ext>
                </a:extLst>
              </a:tr>
              <a:tr h="247306">
                <a:tc>
                  <a:txBody>
                    <a:bodyPr/>
                    <a:lstStyle/>
                    <a:p>
                      <a:pPr algn="ctr">
                        <a:buNone/>
                      </a:pPr>
                      <a:r>
                        <a:rPr lang="en-IN" sz="1600"/>
                        <a:t>O0175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0688784"/>
                  </a:ext>
                </a:extLst>
              </a:tr>
              <a:tr h="247306">
                <a:tc>
                  <a:txBody>
                    <a:bodyPr/>
                    <a:lstStyle/>
                    <a:p>
                      <a:pPr algn="ctr">
                        <a:buNone/>
                      </a:pPr>
                      <a:r>
                        <a:rPr lang="en-IN" sz="1600"/>
                        <a:t>O0128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582883"/>
                  </a:ext>
                </a:extLst>
              </a:tr>
              <a:tr h="247306">
                <a:tc>
                  <a:txBody>
                    <a:bodyPr/>
                    <a:lstStyle/>
                    <a:p>
                      <a:pPr algn="ctr">
                        <a:buNone/>
                      </a:pPr>
                      <a:r>
                        <a:rPr lang="en-IN" sz="1600"/>
                        <a:t>O0262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020125"/>
                  </a:ext>
                </a:extLst>
              </a:tr>
              <a:tr h="247306">
                <a:tc>
                  <a:txBody>
                    <a:bodyPr/>
                    <a:lstStyle/>
                    <a:p>
                      <a:pPr algn="ctr">
                        <a:buNone/>
                      </a:pPr>
                      <a:r>
                        <a:rPr lang="en-IN" sz="1600"/>
                        <a:t>O0179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3765764"/>
                  </a:ext>
                </a:extLst>
              </a:tr>
              <a:tr h="247306">
                <a:tc>
                  <a:txBody>
                    <a:bodyPr/>
                    <a:lstStyle/>
                    <a:p>
                      <a:pPr algn="ctr">
                        <a:buNone/>
                      </a:pPr>
                      <a:r>
                        <a:rPr lang="en-IN" sz="1600"/>
                        <a:t>O0286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3249561"/>
                  </a:ext>
                </a:extLst>
              </a:tr>
              <a:tr h="247306">
                <a:tc>
                  <a:txBody>
                    <a:bodyPr/>
                    <a:lstStyle/>
                    <a:p>
                      <a:pPr algn="ctr">
                        <a:buNone/>
                      </a:pPr>
                      <a:r>
                        <a:rPr lang="en-IN" sz="1600"/>
                        <a:t>O0246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5837781"/>
                  </a:ext>
                </a:extLst>
              </a:tr>
              <a:tr h="247306">
                <a:tc>
                  <a:txBody>
                    <a:bodyPr/>
                    <a:lstStyle/>
                    <a:p>
                      <a:pPr algn="ctr">
                        <a:buNone/>
                      </a:pPr>
                      <a:r>
                        <a:rPr lang="en-IN" sz="1600"/>
                        <a:t>O0055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3750948"/>
                  </a:ext>
                </a:extLst>
              </a:tr>
              <a:tr h="247306">
                <a:tc>
                  <a:txBody>
                    <a:bodyPr/>
                    <a:lstStyle/>
                    <a:p>
                      <a:pPr algn="ctr">
                        <a:buNone/>
                      </a:pPr>
                      <a:r>
                        <a:rPr lang="en-IN" sz="1600"/>
                        <a:t>O0144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7431033"/>
                  </a:ext>
                </a:extLst>
              </a:tr>
              <a:tr h="247306">
                <a:tc>
                  <a:txBody>
                    <a:bodyPr/>
                    <a:lstStyle/>
                    <a:p>
                      <a:pPr algn="ctr">
                        <a:buNone/>
                      </a:pPr>
                      <a:r>
                        <a:rPr lang="en-IN" sz="1600"/>
                        <a:t>O0132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8376537"/>
                  </a:ext>
                </a:extLst>
              </a:tr>
              <a:tr h="247306">
                <a:tc>
                  <a:txBody>
                    <a:bodyPr/>
                    <a:lstStyle/>
                    <a:p>
                      <a:pPr algn="ctr">
                        <a:buNone/>
                      </a:pPr>
                      <a:r>
                        <a:rPr lang="en-IN" sz="1600"/>
                        <a:t>O0109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601832"/>
                  </a:ext>
                </a:extLst>
              </a:tr>
              <a:tr h="247306">
                <a:tc>
                  <a:txBody>
                    <a:bodyPr/>
                    <a:lstStyle/>
                    <a:p>
                      <a:pPr algn="ctr">
                        <a:buNone/>
                      </a:pPr>
                      <a:r>
                        <a:rPr lang="en-IN" sz="1600"/>
                        <a:t>O0010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81478"/>
                  </a:ext>
                </a:extLst>
              </a:tr>
              <a:tr h="247306">
                <a:tc>
                  <a:txBody>
                    <a:bodyPr/>
                    <a:lstStyle/>
                    <a:p>
                      <a:pPr algn="ctr">
                        <a:buNone/>
                      </a:pPr>
                      <a:r>
                        <a:rPr lang="en-IN" sz="1600"/>
                        <a:t>O0217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2034706"/>
                  </a:ext>
                </a:extLst>
              </a:tr>
              <a:tr h="247306">
                <a:tc>
                  <a:txBody>
                    <a:bodyPr/>
                    <a:lstStyle/>
                    <a:p>
                      <a:pPr algn="ctr">
                        <a:buNone/>
                      </a:pPr>
                      <a:r>
                        <a:rPr lang="en-IN" sz="1600"/>
                        <a:t>O0300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2828430"/>
                  </a:ext>
                </a:extLst>
              </a:tr>
              <a:tr h="247306">
                <a:tc>
                  <a:txBody>
                    <a:bodyPr/>
                    <a:lstStyle/>
                    <a:p>
                      <a:pPr algn="ctr">
                        <a:buNone/>
                      </a:pPr>
                      <a:r>
                        <a:rPr lang="en-IN" sz="1600"/>
                        <a:t>O0252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593444"/>
                  </a:ext>
                </a:extLst>
              </a:tr>
              <a:tr h="247306">
                <a:tc>
                  <a:txBody>
                    <a:bodyPr/>
                    <a:lstStyle/>
                    <a:p>
                      <a:pPr algn="ctr">
                        <a:buNone/>
                      </a:pPr>
                      <a:r>
                        <a:rPr lang="en-IN" sz="1600"/>
                        <a:t>O0227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0682969"/>
                  </a:ext>
                </a:extLst>
              </a:tr>
              <a:tr h="247306">
                <a:tc>
                  <a:txBody>
                    <a:bodyPr/>
                    <a:lstStyle/>
                    <a:p>
                      <a:pPr algn="ctr">
                        <a:buNone/>
                      </a:pPr>
                      <a:r>
                        <a:rPr lang="en-IN" sz="1600"/>
                        <a:t>O0266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5569655"/>
                  </a:ext>
                </a:extLst>
              </a:tr>
              <a:tr h="247306">
                <a:tc>
                  <a:txBody>
                    <a:bodyPr/>
                    <a:lstStyle/>
                    <a:p>
                      <a:pPr algn="ctr">
                        <a:buNone/>
                      </a:pPr>
                      <a:r>
                        <a:rPr lang="en-IN" sz="1600"/>
                        <a:t>O0240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818808"/>
                  </a:ext>
                </a:extLst>
              </a:tr>
              <a:tr h="247306">
                <a:tc>
                  <a:txBody>
                    <a:bodyPr/>
                    <a:lstStyle/>
                    <a:p>
                      <a:pPr algn="ctr">
                        <a:buNone/>
                      </a:pPr>
                      <a:r>
                        <a:rPr lang="en-IN" sz="1600"/>
                        <a:t>O0221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770830"/>
                  </a:ext>
                </a:extLst>
              </a:tr>
              <a:tr h="247306">
                <a:tc>
                  <a:txBody>
                    <a:bodyPr/>
                    <a:lstStyle/>
                    <a:p>
                      <a:pPr algn="ctr">
                        <a:buNone/>
                      </a:pPr>
                      <a:r>
                        <a:rPr lang="en-IN" sz="1600"/>
                        <a:t>O0241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327328"/>
                  </a:ext>
                </a:extLst>
              </a:tr>
              <a:tr h="247306">
                <a:tc>
                  <a:txBody>
                    <a:bodyPr/>
                    <a:lstStyle/>
                    <a:p>
                      <a:pPr algn="ctr">
                        <a:buNone/>
                      </a:pPr>
                      <a:r>
                        <a:rPr lang="en-IN" sz="1600"/>
                        <a:t>O0270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5898237"/>
                  </a:ext>
                </a:extLst>
              </a:tr>
              <a:tr h="247306">
                <a:tc>
                  <a:txBody>
                    <a:bodyPr/>
                    <a:lstStyle/>
                    <a:p>
                      <a:pPr algn="ctr">
                        <a:buNone/>
                      </a:pPr>
                      <a:r>
                        <a:rPr lang="en-IN" sz="1600"/>
                        <a:t>O0188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491674"/>
                  </a:ext>
                </a:extLst>
              </a:tr>
              <a:tr h="247306">
                <a:tc>
                  <a:txBody>
                    <a:bodyPr/>
                    <a:lstStyle/>
                    <a:p>
                      <a:pPr algn="ctr">
                        <a:buNone/>
                      </a:pPr>
                      <a:r>
                        <a:rPr lang="en-IN" sz="1600"/>
                        <a:t>O0191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286400"/>
                  </a:ext>
                </a:extLst>
              </a:tr>
              <a:tr h="247306">
                <a:tc>
                  <a:txBody>
                    <a:bodyPr/>
                    <a:lstStyle/>
                    <a:p>
                      <a:pPr algn="ctr">
                        <a:buNone/>
                      </a:pPr>
                      <a:r>
                        <a:rPr lang="en-IN" sz="1600"/>
                        <a:t>O0012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919150"/>
                  </a:ext>
                </a:extLst>
              </a:tr>
              <a:tr h="247306">
                <a:tc>
                  <a:txBody>
                    <a:bodyPr/>
                    <a:lstStyle/>
                    <a:p>
                      <a:pPr algn="ctr">
                        <a:buNone/>
                      </a:pPr>
                      <a:r>
                        <a:rPr lang="en-IN" sz="1600"/>
                        <a:t>O0020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243503"/>
                  </a:ext>
                </a:extLst>
              </a:tr>
              <a:tr h="247306">
                <a:tc>
                  <a:txBody>
                    <a:bodyPr/>
                    <a:lstStyle/>
                    <a:p>
                      <a:pPr algn="ctr">
                        <a:buNone/>
                      </a:pPr>
                      <a:r>
                        <a:rPr lang="en-IN" sz="1600"/>
                        <a:t>O0158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0409880"/>
                  </a:ext>
                </a:extLst>
              </a:tr>
              <a:tr h="247306">
                <a:tc>
                  <a:txBody>
                    <a:bodyPr/>
                    <a:lstStyle/>
                    <a:p>
                      <a:pPr algn="ctr">
                        <a:buNone/>
                      </a:pPr>
                      <a:r>
                        <a:rPr lang="en-IN" sz="1600"/>
                        <a:t>O0205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6490039"/>
                  </a:ext>
                </a:extLst>
              </a:tr>
              <a:tr h="247306">
                <a:tc>
                  <a:txBody>
                    <a:bodyPr/>
                    <a:lstStyle/>
                    <a:p>
                      <a:pPr algn="ctr">
                        <a:buNone/>
                      </a:pPr>
                      <a:r>
                        <a:rPr lang="en-IN" sz="1600"/>
                        <a:t>O0122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1456085"/>
                  </a:ext>
                </a:extLst>
              </a:tr>
              <a:tr h="247306">
                <a:tc>
                  <a:txBody>
                    <a:bodyPr/>
                    <a:lstStyle/>
                    <a:p>
                      <a:pPr algn="ctr">
                        <a:buNone/>
                      </a:pPr>
                      <a:r>
                        <a:rPr lang="en-IN" sz="1600"/>
                        <a:t>O0192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967925"/>
                  </a:ext>
                </a:extLst>
              </a:tr>
              <a:tr h="247306">
                <a:tc>
                  <a:txBody>
                    <a:bodyPr/>
                    <a:lstStyle/>
                    <a:p>
                      <a:pPr algn="ctr">
                        <a:buNone/>
                      </a:pPr>
                      <a:r>
                        <a:rPr lang="en-IN" sz="1600"/>
                        <a:t>O0069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712962"/>
                  </a:ext>
                </a:extLst>
              </a:tr>
              <a:tr h="247306">
                <a:tc>
                  <a:txBody>
                    <a:bodyPr/>
                    <a:lstStyle/>
                    <a:p>
                      <a:pPr algn="ctr">
                        <a:buNone/>
                      </a:pPr>
                      <a:r>
                        <a:rPr lang="en-IN" sz="1600"/>
                        <a:t>O0116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4173934"/>
                  </a:ext>
                </a:extLst>
              </a:tr>
              <a:tr h="247306">
                <a:tc>
                  <a:txBody>
                    <a:bodyPr/>
                    <a:lstStyle/>
                    <a:p>
                      <a:pPr algn="ctr">
                        <a:buNone/>
                      </a:pPr>
                      <a:r>
                        <a:rPr lang="en-IN" sz="1600"/>
                        <a:t>O0002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0932773"/>
                  </a:ext>
                </a:extLst>
              </a:tr>
              <a:tr h="247306">
                <a:tc>
                  <a:txBody>
                    <a:bodyPr/>
                    <a:lstStyle/>
                    <a:p>
                      <a:pPr algn="ctr">
                        <a:buNone/>
                      </a:pPr>
                      <a:r>
                        <a:rPr lang="en-IN" sz="1600"/>
                        <a:t>O0267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0730839"/>
                  </a:ext>
                </a:extLst>
              </a:tr>
              <a:tr h="247306">
                <a:tc>
                  <a:txBody>
                    <a:bodyPr/>
                    <a:lstStyle/>
                    <a:p>
                      <a:pPr algn="ctr">
                        <a:buNone/>
                      </a:pPr>
                      <a:r>
                        <a:rPr lang="en-IN" sz="1600"/>
                        <a:t>O0095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439720"/>
                  </a:ext>
                </a:extLst>
              </a:tr>
              <a:tr h="247306">
                <a:tc>
                  <a:txBody>
                    <a:bodyPr/>
                    <a:lstStyle/>
                    <a:p>
                      <a:pPr algn="ctr">
                        <a:buNone/>
                      </a:pPr>
                      <a:r>
                        <a:rPr lang="en-IN" sz="1600"/>
                        <a:t>O0181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818385"/>
                  </a:ext>
                </a:extLst>
              </a:tr>
              <a:tr h="247306">
                <a:tc>
                  <a:txBody>
                    <a:bodyPr/>
                    <a:lstStyle/>
                    <a:p>
                      <a:pPr algn="ctr">
                        <a:buNone/>
                      </a:pPr>
                      <a:r>
                        <a:rPr lang="en-IN" sz="1600"/>
                        <a:t>O0196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711945"/>
                  </a:ext>
                </a:extLst>
              </a:tr>
              <a:tr h="247306">
                <a:tc>
                  <a:txBody>
                    <a:bodyPr/>
                    <a:lstStyle/>
                    <a:p>
                      <a:pPr algn="ctr">
                        <a:buNone/>
                      </a:pPr>
                      <a:r>
                        <a:rPr lang="en-IN" sz="1600"/>
                        <a:t>O0072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4645233"/>
                  </a:ext>
                </a:extLst>
              </a:tr>
              <a:tr h="247306">
                <a:tc>
                  <a:txBody>
                    <a:bodyPr/>
                    <a:lstStyle/>
                    <a:p>
                      <a:pPr algn="ctr">
                        <a:buNone/>
                      </a:pPr>
                      <a:r>
                        <a:rPr lang="en-IN" sz="1600"/>
                        <a:t>O0038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627669"/>
                  </a:ext>
                </a:extLst>
              </a:tr>
              <a:tr h="247306">
                <a:tc>
                  <a:txBody>
                    <a:bodyPr/>
                    <a:lstStyle/>
                    <a:p>
                      <a:pPr algn="ctr">
                        <a:buNone/>
                      </a:pPr>
                      <a:r>
                        <a:rPr lang="en-IN" sz="1600"/>
                        <a:t>O0039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786659"/>
                  </a:ext>
                </a:extLst>
              </a:tr>
              <a:tr h="247306">
                <a:tc>
                  <a:txBody>
                    <a:bodyPr/>
                    <a:lstStyle/>
                    <a:p>
                      <a:pPr algn="ctr">
                        <a:buNone/>
                      </a:pPr>
                      <a:r>
                        <a:rPr lang="en-IN" sz="1600"/>
                        <a:t>O0136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818473"/>
                  </a:ext>
                </a:extLst>
              </a:tr>
              <a:tr h="247306">
                <a:tc>
                  <a:txBody>
                    <a:bodyPr/>
                    <a:lstStyle/>
                    <a:p>
                      <a:pPr algn="ctr">
                        <a:buNone/>
                      </a:pPr>
                      <a:r>
                        <a:rPr lang="en-IN" sz="1600"/>
                        <a:t>O0216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5394896"/>
                  </a:ext>
                </a:extLst>
              </a:tr>
              <a:tr h="247306">
                <a:tc>
                  <a:txBody>
                    <a:bodyPr/>
                    <a:lstStyle/>
                    <a:p>
                      <a:pPr algn="ctr">
                        <a:buNone/>
                      </a:pPr>
                      <a:r>
                        <a:rPr lang="en-IN" sz="1600"/>
                        <a:t>O0030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731572"/>
                  </a:ext>
                </a:extLst>
              </a:tr>
              <a:tr h="247306">
                <a:tc>
                  <a:txBody>
                    <a:bodyPr/>
                    <a:lstStyle/>
                    <a:p>
                      <a:pPr algn="ctr">
                        <a:buNone/>
                      </a:pPr>
                      <a:r>
                        <a:rPr lang="en-IN" sz="1600"/>
                        <a:t>O0062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7736219"/>
                  </a:ext>
                </a:extLst>
              </a:tr>
              <a:tr h="247306">
                <a:tc>
                  <a:txBody>
                    <a:bodyPr/>
                    <a:lstStyle/>
                    <a:p>
                      <a:pPr algn="ctr">
                        <a:buNone/>
                      </a:pPr>
                      <a:r>
                        <a:rPr lang="en-IN" sz="1600"/>
                        <a:t>O0110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19206"/>
                  </a:ext>
                </a:extLst>
              </a:tr>
              <a:tr h="247306">
                <a:tc>
                  <a:txBody>
                    <a:bodyPr/>
                    <a:lstStyle/>
                    <a:p>
                      <a:pPr algn="ctr">
                        <a:buNone/>
                      </a:pPr>
                      <a:r>
                        <a:rPr lang="en-IN" sz="1600"/>
                        <a:t>O0123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4624326"/>
                  </a:ext>
                </a:extLst>
              </a:tr>
              <a:tr h="247306">
                <a:tc>
                  <a:txBody>
                    <a:bodyPr/>
                    <a:lstStyle/>
                    <a:p>
                      <a:pPr algn="ctr">
                        <a:buNone/>
                      </a:pPr>
                      <a:r>
                        <a:rPr lang="en-IN" sz="1600"/>
                        <a:t>O0155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6619538"/>
                  </a:ext>
                </a:extLst>
              </a:tr>
              <a:tr h="247306">
                <a:tc>
                  <a:txBody>
                    <a:bodyPr/>
                    <a:lstStyle/>
                    <a:p>
                      <a:pPr algn="ctr">
                        <a:buNone/>
                      </a:pPr>
                      <a:r>
                        <a:rPr lang="en-IN" sz="1600"/>
                        <a:t>O0056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185024"/>
                  </a:ext>
                </a:extLst>
              </a:tr>
              <a:tr h="247306">
                <a:tc>
                  <a:txBody>
                    <a:bodyPr/>
                    <a:lstStyle/>
                    <a:p>
                      <a:pPr algn="ctr">
                        <a:buNone/>
                      </a:pPr>
                      <a:r>
                        <a:rPr lang="en-IN" sz="1600"/>
                        <a:t>O0079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9940042"/>
                  </a:ext>
                </a:extLst>
              </a:tr>
              <a:tr h="247306">
                <a:tc>
                  <a:txBody>
                    <a:bodyPr/>
                    <a:lstStyle/>
                    <a:p>
                      <a:pPr algn="ctr">
                        <a:buNone/>
                      </a:pPr>
                      <a:r>
                        <a:rPr lang="en-IN" sz="1600"/>
                        <a:t>O0232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093801"/>
                  </a:ext>
                </a:extLst>
              </a:tr>
              <a:tr h="247306">
                <a:tc>
                  <a:txBody>
                    <a:bodyPr/>
                    <a:lstStyle/>
                    <a:p>
                      <a:pPr algn="ctr">
                        <a:buNone/>
                      </a:pPr>
                      <a:r>
                        <a:rPr lang="en-IN" sz="1600"/>
                        <a:t>O0251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087037"/>
                  </a:ext>
                </a:extLst>
              </a:tr>
              <a:tr h="247306">
                <a:tc>
                  <a:txBody>
                    <a:bodyPr/>
                    <a:lstStyle/>
                    <a:p>
                      <a:pPr algn="ctr">
                        <a:buNone/>
                      </a:pPr>
                      <a:r>
                        <a:rPr lang="en-IN" sz="1600"/>
                        <a:t>O0295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660913"/>
                  </a:ext>
                </a:extLst>
              </a:tr>
              <a:tr h="247306">
                <a:tc>
                  <a:txBody>
                    <a:bodyPr/>
                    <a:lstStyle/>
                    <a:p>
                      <a:pPr algn="ctr">
                        <a:buNone/>
                      </a:pPr>
                      <a:r>
                        <a:rPr lang="en-IN" sz="1600"/>
                        <a:t>O0233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788521"/>
                  </a:ext>
                </a:extLst>
              </a:tr>
              <a:tr h="247306">
                <a:tc>
                  <a:txBody>
                    <a:bodyPr/>
                    <a:lstStyle/>
                    <a:p>
                      <a:pPr algn="ctr">
                        <a:buNone/>
                      </a:pPr>
                      <a:r>
                        <a:rPr lang="en-IN" sz="1600"/>
                        <a:t>O0208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5076851"/>
                  </a:ext>
                </a:extLst>
              </a:tr>
              <a:tr h="247306">
                <a:tc>
                  <a:txBody>
                    <a:bodyPr/>
                    <a:lstStyle/>
                    <a:p>
                      <a:pPr algn="ctr">
                        <a:buNone/>
                      </a:pPr>
                      <a:r>
                        <a:rPr lang="en-IN" sz="1600"/>
                        <a:t>O0249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810257"/>
                  </a:ext>
                </a:extLst>
              </a:tr>
              <a:tr h="247306">
                <a:tc>
                  <a:txBody>
                    <a:bodyPr/>
                    <a:lstStyle/>
                    <a:p>
                      <a:pPr algn="ctr">
                        <a:buNone/>
                      </a:pPr>
                      <a:r>
                        <a:rPr lang="en-IN" sz="1600"/>
                        <a:t>O0197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3944169"/>
                  </a:ext>
                </a:extLst>
              </a:tr>
              <a:tr h="247306">
                <a:tc>
                  <a:txBody>
                    <a:bodyPr/>
                    <a:lstStyle/>
                    <a:p>
                      <a:pPr algn="ctr">
                        <a:buNone/>
                      </a:pPr>
                      <a:r>
                        <a:rPr lang="en-IN" sz="1600"/>
                        <a:t>O0282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1075629"/>
                  </a:ext>
                </a:extLst>
              </a:tr>
              <a:tr h="247306">
                <a:tc>
                  <a:txBody>
                    <a:bodyPr/>
                    <a:lstStyle/>
                    <a:p>
                      <a:pPr algn="ctr">
                        <a:buNone/>
                      </a:pPr>
                      <a:r>
                        <a:rPr lang="en-IN" sz="1600"/>
                        <a:t>O0138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4333444"/>
                  </a:ext>
                </a:extLst>
              </a:tr>
              <a:tr h="247306">
                <a:tc>
                  <a:txBody>
                    <a:bodyPr/>
                    <a:lstStyle/>
                    <a:p>
                      <a:pPr algn="ctr">
                        <a:buNone/>
                      </a:pPr>
                      <a:r>
                        <a:rPr lang="en-IN" sz="1600"/>
                        <a:t>O0104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141495"/>
                  </a:ext>
                </a:extLst>
              </a:tr>
              <a:tr h="247306">
                <a:tc>
                  <a:txBody>
                    <a:bodyPr/>
                    <a:lstStyle/>
                    <a:p>
                      <a:pPr algn="ctr">
                        <a:buNone/>
                      </a:pPr>
                      <a:r>
                        <a:rPr lang="en-IN" sz="1600"/>
                        <a:t>O0081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2360681"/>
                  </a:ext>
                </a:extLst>
              </a:tr>
              <a:tr h="247306">
                <a:tc>
                  <a:txBody>
                    <a:bodyPr/>
                    <a:lstStyle/>
                    <a:p>
                      <a:pPr algn="ctr">
                        <a:buNone/>
                      </a:pPr>
                      <a:r>
                        <a:rPr lang="en-IN" sz="1600"/>
                        <a:t>O0090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9547431"/>
                  </a:ext>
                </a:extLst>
              </a:tr>
              <a:tr h="247306">
                <a:tc>
                  <a:txBody>
                    <a:bodyPr/>
                    <a:lstStyle/>
                    <a:p>
                      <a:pPr algn="ctr">
                        <a:buNone/>
                      </a:pPr>
                      <a:r>
                        <a:rPr lang="en-IN" sz="1600"/>
                        <a:t>O0268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2713922"/>
                  </a:ext>
                </a:extLst>
              </a:tr>
              <a:tr h="247306">
                <a:tc>
                  <a:txBody>
                    <a:bodyPr/>
                    <a:lstStyle/>
                    <a:p>
                      <a:pPr algn="ctr">
                        <a:buNone/>
                      </a:pPr>
                      <a:r>
                        <a:rPr lang="en-IN" sz="1600"/>
                        <a:t>O0074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246537"/>
                  </a:ext>
                </a:extLst>
              </a:tr>
              <a:tr h="247306">
                <a:tc>
                  <a:txBody>
                    <a:bodyPr/>
                    <a:lstStyle/>
                    <a:p>
                      <a:pPr algn="ctr">
                        <a:buNone/>
                      </a:pPr>
                      <a:r>
                        <a:rPr lang="en-IN" sz="1600"/>
                        <a:t>O0009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W010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5381504"/>
                  </a:ext>
                </a:extLst>
              </a:tr>
            </a:tbl>
          </a:graphicData>
        </a:graphic>
      </p:graphicFrame>
    </p:spTree>
    <p:extLst>
      <p:ext uri="{BB962C8B-B14F-4D97-AF65-F5344CB8AC3E}">
        <p14:creationId xmlns:p14="http://schemas.microsoft.com/office/powerpoint/2010/main" val="21294297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1FBF-C3B8-41A0-4CD8-3FBB3BD93048}"/>
              </a:ext>
            </a:extLst>
          </p:cNvPr>
          <p:cNvSpPr>
            <a:spLocks noGrp="1"/>
          </p:cNvSpPr>
          <p:nvPr>
            <p:ph type="title"/>
          </p:nvPr>
        </p:nvSpPr>
        <p:spPr>
          <a:xfrm>
            <a:off x="0" y="18255"/>
            <a:ext cx="10515600" cy="1325563"/>
          </a:xfrm>
        </p:spPr>
        <p:txBody>
          <a:bodyPr/>
          <a:lstStyle/>
          <a:p>
            <a:r>
              <a:rPr lang="en-IN" b="1" dirty="0"/>
              <a:t>Task 3 (Route Optimization Insights)</a:t>
            </a:r>
          </a:p>
        </p:txBody>
      </p:sp>
      <p:sp>
        <p:nvSpPr>
          <p:cNvPr id="3" name="Content Placeholder 2">
            <a:extLst>
              <a:ext uri="{FF2B5EF4-FFF2-40B4-BE49-F238E27FC236}">
                <a16:creationId xmlns:a16="http://schemas.microsoft.com/office/drawing/2014/main" id="{0EA838A1-82CB-8356-6F7D-387763F0692B}"/>
              </a:ext>
            </a:extLst>
          </p:cNvPr>
          <p:cNvSpPr>
            <a:spLocks noGrp="1"/>
          </p:cNvSpPr>
          <p:nvPr>
            <p:ph idx="1"/>
          </p:nvPr>
        </p:nvSpPr>
        <p:spPr>
          <a:xfrm>
            <a:off x="0" y="1267326"/>
            <a:ext cx="12192000" cy="5590674"/>
          </a:xfrm>
        </p:spPr>
        <p:txBody>
          <a:bodyPr>
            <a:normAutofit/>
          </a:bodyPr>
          <a:lstStyle/>
          <a:p>
            <a:r>
              <a:rPr lang="en-US" sz="1800" b="1" dirty="0"/>
              <a:t>For each route:</a:t>
            </a:r>
          </a:p>
          <a:p>
            <a:r>
              <a:rPr lang="en-US" sz="1800" b="1" dirty="0"/>
              <a:t>○ Average delivery time (in days).</a:t>
            </a:r>
          </a:p>
          <a:p>
            <a:r>
              <a:rPr lang="en-US" sz="1800" b="1" dirty="0"/>
              <a:t>○ Average traffic delay.</a:t>
            </a:r>
          </a:p>
          <a:p>
            <a:r>
              <a:rPr lang="en-US" sz="1800" b="1" dirty="0"/>
              <a:t>○ Distance-to-time efficiency ratio: </a:t>
            </a:r>
            <a:r>
              <a:rPr lang="en-US" sz="1800" b="1" dirty="0" err="1"/>
              <a:t>Distance_KM</a:t>
            </a:r>
            <a:r>
              <a:rPr lang="en-US" sz="1800" b="1" dirty="0"/>
              <a:t> / </a:t>
            </a:r>
            <a:r>
              <a:rPr lang="en-US" sz="1800" b="1" dirty="0" err="1"/>
              <a:t>Average_Travel_Time_Min</a:t>
            </a:r>
            <a:r>
              <a:rPr lang="en-US" sz="1800" b="1" dirty="0"/>
              <a:t>.</a:t>
            </a:r>
          </a:p>
          <a:p>
            <a:pPr marL="0" indent="0">
              <a:buNone/>
            </a:pPr>
            <a:endParaRPr lang="en-US" sz="1800" b="1" dirty="0"/>
          </a:p>
          <a:p>
            <a:pPr marL="0" indent="0">
              <a:buNone/>
            </a:pPr>
            <a:r>
              <a:rPr lang="en-US" sz="1800" b="1" dirty="0"/>
              <a:t>○ Average delivery time (in days):</a:t>
            </a:r>
            <a:endParaRPr lang="en-US" sz="1800" dirty="0"/>
          </a:p>
          <a:p>
            <a:pPr marL="0" indent="0">
              <a:buNone/>
            </a:pPr>
            <a:r>
              <a:rPr lang="en-US" sz="1800" dirty="0"/>
              <a:t>SELECT </a:t>
            </a:r>
            <a:r>
              <a:rPr lang="en-US" sz="1800" dirty="0" err="1"/>
              <a:t>Route_ID</a:t>
            </a:r>
            <a:r>
              <a:rPr lang="en-US" sz="1800" dirty="0"/>
              <a:t>, AVG(DATEDIFF(</a:t>
            </a:r>
            <a:r>
              <a:rPr lang="en-US" sz="1800" dirty="0" err="1"/>
              <a:t>Actual_Delivery_Date</a:t>
            </a:r>
            <a:r>
              <a:rPr lang="en-US" sz="1800" dirty="0"/>
              <a:t>, </a:t>
            </a:r>
            <a:r>
              <a:rPr lang="en-US" sz="1800" dirty="0" err="1"/>
              <a:t>Expected_Delivery_Date</a:t>
            </a:r>
            <a:r>
              <a:rPr lang="en-US" sz="1800" dirty="0"/>
              <a:t>)) AS </a:t>
            </a:r>
            <a:r>
              <a:rPr lang="en-US" sz="1800" dirty="0" err="1"/>
              <a:t>AvgDeliveryTime</a:t>
            </a:r>
            <a:endParaRPr lang="en-US" sz="1800" dirty="0"/>
          </a:p>
          <a:p>
            <a:pPr marL="0" indent="0">
              <a:buNone/>
            </a:pPr>
            <a:r>
              <a:rPr lang="en-US" sz="1800" dirty="0"/>
              <a:t>FROM Orders</a:t>
            </a:r>
          </a:p>
          <a:p>
            <a:pPr marL="0" indent="0">
              <a:buNone/>
            </a:pPr>
            <a:r>
              <a:rPr lang="en-US" sz="1800" dirty="0"/>
              <a:t>GROUP BY </a:t>
            </a:r>
            <a:r>
              <a:rPr lang="en-US" sz="1800" dirty="0" err="1"/>
              <a:t>Route_ID</a:t>
            </a:r>
            <a:r>
              <a:rPr lang="en-US" sz="1800" dirty="0"/>
              <a:t>;</a:t>
            </a:r>
          </a:p>
          <a:p>
            <a:pPr marL="0" indent="0">
              <a:buNone/>
            </a:pPr>
            <a:r>
              <a:rPr lang="en-US" sz="1800" b="1" u="sng" dirty="0"/>
              <a:t>OUTPUT:</a:t>
            </a:r>
          </a:p>
          <a:p>
            <a:pPr marL="0" indent="0">
              <a:buNone/>
            </a:pPr>
            <a:endParaRPr lang="en-IN" sz="1800" dirty="0"/>
          </a:p>
        </p:txBody>
      </p:sp>
      <p:graphicFrame>
        <p:nvGraphicFramePr>
          <p:cNvPr id="5" name="Table 4">
            <a:extLst>
              <a:ext uri="{FF2B5EF4-FFF2-40B4-BE49-F238E27FC236}">
                <a16:creationId xmlns:a16="http://schemas.microsoft.com/office/drawing/2014/main" id="{1BBDCA7A-2EF5-818F-0272-69E604065B53}"/>
              </a:ext>
            </a:extLst>
          </p:cNvPr>
          <p:cNvGraphicFramePr>
            <a:graphicFrameLocks noGrp="1"/>
          </p:cNvGraphicFramePr>
          <p:nvPr>
            <p:extLst>
              <p:ext uri="{D42A27DB-BD31-4B8C-83A1-F6EECF244321}">
                <p14:modId xmlns:p14="http://schemas.microsoft.com/office/powerpoint/2010/main" val="2680679657"/>
              </p:ext>
            </p:extLst>
          </p:nvPr>
        </p:nvGraphicFramePr>
        <p:xfrm>
          <a:off x="88232" y="4708358"/>
          <a:ext cx="11919284" cy="6367452"/>
        </p:xfrm>
        <a:graphic>
          <a:graphicData uri="http://schemas.openxmlformats.org/drawingml/2006/table">
            <a:tbl>
              <a:tblPr firstRow="1">
                <a:tableStyleId>{08FB837D-C827-4EFA-A057-4D05807E0F7C}</a:tableStyleId>
              </a:tblPr>
              <a:tblGrid>
                <a:gridCol w="5959642">
                  <a:extLst>
                    <a:ext uri="{9D8B030D-6E8A-4147-A177-3AD203B41FA5}">
                      <a16:colId xmlns:a16="http://schemas.microsoft.com/office/drawing/2014/main" val="3556771115"/>
                    </a:ext>
                  </a:extLst>
                </a:gridCol>
                <a:gridCol w="5959642">
                  <a:extLst>
                    <a:ext uri="{9D8B030D-6E8A-4147-A177-3AD203B41FA5}">
                      <a16:colId xmlns:a16="http://schemas.microsoft.com/office/drawing/2014/main" val="2732167979"/>
                    </a:ext>
                  </a:extLst>
                </a:gridCol>
              </a:tblGrid>
              <a:tr h="303212">
                <a:tc>
                  <a:txBody>
                    <a:bodyPr/>
                    <a:lstStyle/>
                    <a:p>
                      <a:pPr algn="ctr">
                        <a:buNone/>
                      </a:pPr>
                      <a:r>
                        <a:rPr lang="en-IN" sz="1600" dirty="0" err="1"/>
                        <a:t>Route_ID</a:t>
                      </a:r>
                      <a:endParaRPr lang="en-IN" sz="16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IN" sz="1600" dirty="0" err="1"/>
                        <a:t>AvgDeliveryTime</a:t>
                      </a:r>
                      <a:endParaRPr lang="en-IN" sz="16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024029046"/>
                  </a:ext>
                </a:extLst>
              </a:tr>
              <a:tr h="303212">
                <a:tc>
                  <a:txBody>
                    <a:bodyPr/>
                    <a:lstStyle/>
                    <a:p>
                      <a:pPr algn="ctr">
                        <a:buNone/>
                      </a:pPr>
                      <a:r>
                        <a:rPr lang="en-IN" sz="1600"/>
                        <a:t>R005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0.8000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9661593"/>
                  </a:ext>
                </a:extLst>
              </a:tr>
              <a:tr h="303212">
                <a:tc>
                  <a:txBody>
                    <a:bodyPr/>
                    <a:lstStyle/>
                    <a:p>
                      <a:pPr algn="ctr">
                        <a:buNone/>
                      </a:pPr>
                      <a:r>
                        <a:rPr lang="en-IN" sz="1600"/>
                        <a:t>R004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0.8000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0527"/>
                  </a:ext>
                </a:extLst>
              </a:tr>
              <a:tr h="303212">
                <a:tc>
                  <a:txBody>
                    <a:bodyPr/>
                    <a:lstStyle/>
                    <a:p>
                      <a:pPr algn="ctr">
                        <a:buNone/>
                      </a:pPr>
                      <a:r>
                        <a:rPr lang="en-IN" sz="1600"/>
                        <a:t>R013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0.7647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1686291"/>
                  </a:ext>
                </a:extLst>
              </a:tr>
              <a:tr h="303212">
                <a:tc>
                  <a:txBody>
                    <a:bodyPr/>
                    <a:lstStyle/>
                    <a:p>
                      <a:pPr algn="ctr">
                        <a:buNone/>
                      </a:pPr>
                      <a:r>
                        <a:rPr lang="en-IN" sz="1600"/>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1.0833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1079308"/>
                  </a:ext>
                </a:extLst>
              </a:tr>
              <a:tr h="303212">
                <a:tc>
                  <a:txBody>
                    <a:bodyPr/>
                    <a:lstStyle/>
                    <a:p>
                      <a:pPr algn="ctr">
                        <a:buNone/>
                      </a:pPr>
                      <a:r>
                        <a:rPr lang="en-IN" sz="1600"/>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0.5000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720916"/>
                  </a:ext>
                </a:extLst>
              </a:tr>
              <a:tr h="303212">
                <a:tc>
                  <a:txBody>
                    <a:bodyPr/>
                    <a:lstStyle/>
                    <a:p>
                      <a:pPr algn="ctr">
                        <a:buNone/>
                      </a:pPr>
                      <a:r>
                        <a:rPr lang="en-IN" sz="1600"/>
                        <a:t>R020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1.0588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633217"/>
                  </a:ext>
                </a:extLst>
              </a:tr>
              <a:tr h="303212">
                <a:tc>
                  <a:txBody>
                    <a:bodyPr/>
                    <a:lstStyle/>
                    <a:p>
                      <a:pPr algn="ctr">
                        <a:buNone/>
                      </a:pPr>
                      <a:r>
                        <a:rPr lang="en-IN" sz="1600"/>
                        <a:t>R008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0.4375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5787776"/>
                  </a:ext>
                </a:extLst>
              </a:tr>
              <a:tr h="303212">
                <a:tc>
                  <a:txBody>
                    <a:bodyPr/>
                    <a:lstStyle/>
                    <a:p>
                      <a:pPr algn="ctr">
                        <a:buNone/>
                      </a:pPr>
                      <a:r>
                        <a:rPr lang="en-IN" sz="1600"/>
                        <a:t>R011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0.7000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260290"/>
                  </a:ext>
                </a:extLst>
              </a:tr>
              <a:tr h="303212">
                <a:tc>
                  <a:txBody>
                    <a:bodyPr/>
                    <a:lstStyle/>
                    <a:p>
                      <a:pPr algn="ctr">
                        <a:buNone/>
                      </a:pPr>
                      <a:r>
                        <a:rPr lang="en-IN" sz="1600"/>
                        <a:t>R017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0818051"/>
                  </a:ext>
                </a:extLst>
              </a:tr>
              <a:tr h="303212">
                <a:tc>
                  <a:txBody>
                    <a:bodyPr/>
                    <a:lstStyle/>
                    <a:p>
                      <a:pPr algn="ctr">
                        <a:buNone/>
                      </a:pPr>
                      <a:r>
                        <a:rPr lang="en-IN" sz="1600"/>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0.6154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7755"/>
                  </a:ext>
                </a:extLst>
              </a:tr>
              <a:tr h="303212">
                <a:tc>
                  <a:txBody>
                    <a:bodyPr/>
                    <a:lstStyle/>
                    <a:p>
                      <a:pPr algn="ctr">
                        <a:buNone/>
                      </a:pPr>
                      <a:r>
                        <a:rPr lang="en-IN" sz="1600"/>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0.6875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44400"/>
                  </a:ext>
                </a:extLst>
              </a:tr>
              <a:tr h="303212">
                <a:tc>
                  <a:txBody>
                    <a:bodyPr/>
                    <a:lstStyle/>
                    <a:p>
                      <a:pPr algn="ctr">
                        <a:buNone/>
                      </a:pPr>
                      <a:r>
                        <a:rPr lang="en-IN" sz="1600"/>
                        <a:t>R006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0.5455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5953591"/>
                  </a:ext>
                </a:extLst>
              </a:tr>
              <a:tr h="303212">
                <a:tc>
                  <a:txBody>
                    <a:bodyPr/>
                    <a:lstStyle/>
                    <a:p>
                      <a:pPr algn="ctr">
                        <a:buNone/>
                      </a:pPr>
                      <a:r>
                        <a:rPr lang="en-IN" sz="1600"/>
                        <a:t>R003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0.5000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1182541"/>
                  </a:ext>
                </a:extLst>
              </a:tr>
              <a:tr h="303212">
                <a:tc>
                  <a:txBody>
                    <a:bodyPr/>
                    <a:lstStyle/>
                    <a:p>
                      <a:pPr algn="ctr">
                        <a:buNone/>
                      </a:pPr>
                      <a:r>
                        <a:rPr lang="en-IN" sz="1600"/>
                        <a:t>R015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3479696"/>
                  </a:ext>
                </a:extLst>
              </a:tr>
              <a:tr h="303212">
                <a:tc>
                  <a:txBody>
                    <a:bodyPr/>
                    <a:lstStyle/>
                    <a:p>
                      <a:pPr algn="ctr">
                        <a:buNone/>
                      </a:pPr>
                      <a:r>
                        <a:rPr lang="en-IN" sz="1600"/>
                        <a:t>R009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0.5000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761041"/>
                  </a:ext>
                </a:extLst>
              </a:tr>
              <a:tr h="303212">
                <a:tc>
                  <a:txBody>
                    <a:bodyPr/>
                    <a:lstStyle/>
                    <a:p>
                      <a:pPr algn="ctr">
                        <a:buNone/>
                      </a:pPr>
                      <a:r>
                        <a:rPr lang="en-IN" sz="1600"/>
                        <a:t>R010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0.7000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8058910"/>
                  </a:ext>
                </a:extLst>
              </a:tr>
              <a:tr h="303212">
                <a:tc>
                  <a:txBody>
                    <a:bodyPr/>
                    <a:lstStyle/>
                    <a:p>
                      <a:pPr algn="ctr">
                        <a:buNone/>
                      </a:pPr>
                      <a:r>
                        <a:rPr lang="en-IN" sz="1600"/>
                        <a:t>R019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0.6154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326028"/>
                  </a:ext>
                </a:extLst>
              </a:tr>
              <a:tr h="303212">
                <a:tc>
                  <a:txBody>
                    <a:bodyPr/>
                    <a:lstStyle/>
                    <a:p>
                      <a:pPr algn="ctr">
                        <a:buNone/>
                      </a:pPr>
                      <a:r>
                        <a:rPr lang="en-IN" sz="1600"/>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0.4167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9641894"/>
                  </a:ext>
                </a:extLst>
              </a:tr>
              <a:tr h="303212">
                <a:tc>
                  <a:txBody>
                    <a:bodyPr/>
                    <a:lstStyle/>
                    <a:p>
                      <a:pPr algn="ctr">
                        <a:buNone/>
                      </a:pPr>
                      <a:r>
                        <a:rPr lang="en-IN" sz="1600"/>
                        <a:t>R001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0.6667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0391226"/>
                  </a:ext>
                </a:extLst>
              </a:tr>
              <a:tr h="303212">
                <a:tc>
                  <a:txBody>
                    <a:bodyPr/>
                    <a:lstStyle/>
                    <a:p>
                      <a:pPr algn="ctr">
                        <a:buNone/>
                      </a:pPr>
                      <a:r>
                        <a:rPr lang="en-IN" sz="1600"/>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0.4667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5591495"/>
                  </a:ext>
                </a:extLst>
              </a:tr>
            </a:tbl>
          </a:graphicData>
        </a:graphic>
      </p:graphicFrame>
    </p:spTree>
    <p:extLst>
      <p:ext uri="{BB962C8B-B14F-4D97-AF65-F5344CB8AC3E}">
        <p14:creationId xmlns:p14="http://schemas.microsoft.com/office/powerpoint/2010/main" val="4104819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15809-FA0D-F8A3-75B7-7C9976C0550D}"/>
              </a:ext>
            </a:extLst>
          </p:cNvPr>
          <p:cNvSpPr>
            <a:spLocks noGrp="1"/>
          </p:cNvSpPr>
          <p:nvPr>
            <p:ph idx="1"/>
          </p:nvPr>
        </p:nvSpPr>
        <p:spPr>
          <a:xfrm>
            <a:off x="88231" y="176463"/>
            <a:ext cx="12031579" cy="6000500"/>
          </a:xfrm>
        </p:spPr>
        <p:txBody>
          <a:bodyPr/>
          <a:lstStyle/>
          <a:p>
            <a:pPr marL="0" indent="0">
              <a:buNone/>
            </a:pPr>
            <a:r>
              <a:rPr lang="en-US" sz="1800" b="1" dirty="0"/>
              <a:t>○ Average traffic delay:</a:t>
            </a:r>
          </a:p>
          <a:p>
            <a:pPr marL="0" indent="0">
              <a:buNone/>
            </a:pPr>
            <a:r>
              <a:rPr lang="en-US" sz="1800" dirty="0"/>
              <a:t>SELECT </a:t>
            </a:r>
            <a:r>
              <a:rPr lang="en-US" sz="1800" dirty="0" err="1"/>
              <a:t>Route_ID</a:t>
            </a:r>
            <a:r>
              <a:rPr lang="en-US" sz="1800" dirty="0"/>
              <a:t>, AVG(</a:t>
            </a:r>
            <a:r>
              <a:rPr lang="en-US" sz="1800" dirty="0" err="1"/>
              <a:t>Traffic_Delay_Min</a:t>
            </a:r>
            <a:r>
              <a:rPr lang="en-US" sz="1800" dirty="0"/>
              <a:t>) AS </a:t>
            </a:r>
            <a:r>
              <a:rPr lang="en-US" sz="1800" dirty="0" err="1"/>
              <a:t>AvgTrafficDelay</a:t>
            </a:r>
            <a:endParaRPr lang="en-US" sz="1800" dirty="0"/>
          </a:p>
          <a:p>
            <a:pPr marL="0" indent="0">
              <a:buNone/>
            </a:pPr>
            <a:r>
              <a:rPr lang="en-US" sz="1800" dirty="0"/>
              <a:t>FROM Routes</a:t>
            </a:r>
          </a:p>
          <a:p>
            <a:pPr marL="0" indent="0">
              <a:buNone/>
            </a:pPr>
            <a:r>
              <a:rPr lang="en-US" sz="1800" dirty="0"/>
              <a:t>GROUP BY </a:t>
            </a:r>
            <a:r>
              <a:rPr lang="en-US" sz="1800" dirty="0" err="1"/>
              <a:t>Route_ID</a:t>
            </a:r>
            <a:r>
              <a:rPr lang="en-US" sz="1800" dirty="0"/>
              <a:t>;</a:t>
            </a:r>
          </a:p>
          <a:p>
            <a:pPr marL="0" indent="0">
              <a:buNone/>
            </a:pPr>
            <a:endParaRPr lang="en-US" sz="1800" dirty="0"/>
          </a:p>
          <a:p>
            <a:pPr marL="0" indent="0">
              <a:buNone/>
            </a:pPr>
            <a:r>
              <a:rPr lang="en-US" sz="1800" b="1" u="sng" dirty="0"/>
              <a:t>OUTPUT:</a:t>
            </a:r>
          </a:p>
          <a:p>
            <a:pPr marL="0" indent="0">
              <a:buNone/>
            </a:pPr>
            <a:endParaRPr lang="en-US" sz="1800" dirty="0"/>
          </a:p>
          <a:p>
            <a:pPr marL="0" indent="0">
              <a:buNone/>
            </a:pPr>
            <a:endParaRPr lang="en-IN" dirty="0"/>
          </a:p>
        </p:txBody>
      </p:sp>
      <p:graphicFrame>
        <p:nvGraphicFramePr>
          <p:cNvPr id="4" name="Table 3">
            <a:extLst>
              <a:ext uri="{FF2B5EF4-FFF2-40B4-BE49-F238E27FC236}">
                <a16:creationId xmlns:a16="http://schemas.microsoft.com/office/drawing/2014/main" id="{7E90638B-5EFF-8A12-14BD-6CD7639BE51C}"/>
              </a:ext>
            </a:extLst>
          </p:cNvPr>
          <p:cNvGraphicFramePr>
            <a:graphicFrameLocks noGrp="1"/>
          </p:cNvGraphicFramePr>
          <p:nvPr>
            <p:extLst>
              <p:ext uri="{D42A27DB-BD31-4B8C-83A1-F6EECF244321}">
                <p14:modId xmlns:p14="http://schemas.microsoft.com/office/powerpoint/2010/main" val="1550399570"/>
              </p:ext>
            </p:extLst>
          </p:nvPr>
        </p:nvGraphicFramePr>
        <p:xfrm>
          <a:off x="713874" y="2615162"/>
          <a:ext cx="10331116" cy="6262872"/>
        </p:xfrm>
        <a:graphic>
          <a:graphicData uri="http://schemas.openxmlformats.org/drawingml/2006/table">
            <a:tbl>
              <a:tblPr firstRow="1">
                <a:tableStyleId>{35758FB7-9AC5-4552-8A53-C91805E547FA}</a:tableStyleId>
              </a:tblPr>
              <a:tblGrid>
                <a:gridCol w="5165558">
                  <a:extLst>
                    <a:ext uri="{9D8B030D-6E8A-4147-A177-3AD203B41FA5}">
                      <a16:colId xmlns:a16="http://schemas.microsoft.com/office/drawing/2014/main" val="4079880808"/>
                    </a:ext>
                  </a:extLst>
                </a:gridCol>
                <a:gridCol w="5165558">
                  <a:extLst>
                    <a:ext uri="{9D8B030D-6E8A-4147-A177-3AD203B41FA5}">
                      <a16:colId xmlns:a16="http://schemas.microsoft.com/office/drawing/2014/main" val="1735062307"/>
                    </a:ext>
                  </a:extLst>
                </a:gridCol>
              </a:tblGrid>
              <a:tr h="220042">
                <a:tc>
                  <a:txBody>
                    <a:bodyPr/>
                    <a:lstStyle/>
                    <a:p>
                      <a:pPr algn="ctr">
                        <a:buNone/>
                      </a:pPr>
                      <a:r>
                        <a:rPr lang="en-IN" sz="1600" dirty="0" err="1"/>
                        <a:t>Route_ID</a:t>
                      </a:r>
                      <a:endParaRPr lang="en-IN" sz="16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600" dirty="0" err="1"/>
                        <a:t>AvgTrafficDelay</a:t>
                      </a:r>
                      <a:endParaRPr lang="en-IN" sz="16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500787383"/>
                  </a:ext>
                </a:extLst>
              </a:tr>
              <a:tr h="220042">
                <a:tc>
                  <a:txBody>
                    <a:bodyPr/>
                    <a:lstStyle/>
                    <a:p>
                      <a:pPr algn="ctr">
                        <a:buNone/>
                      </a:pPr>
                      <a:r>
                        <a:rPr lang="en-IN" sz="1600" dirty="0"/>
                        <a:t>R001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36.0000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784135"/>
                  </a:ext>
                </a:extLst>
              </a:tr>
              <a:tr h="220042">
                <a:tc>
                  <a:txBody>
                    <a:bodyPr/>
                    <a:lstStyle/>
                    <a:p>
                      <a:pPr algn="ctr">
                        <a:buNone/>
                      </a:pPr>
                      <a:r>
                        <a:rPr lang="en-IN" sz="1600" dirty="0"/>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5175326"/>
                  </a:ext>
                </a:extLst>
              </a:tr>
              <a:tr h="220042">
                <a:tc>
                  <a:txBody>
                    <a:bodyPr/>
                    <a:lstStyle/>
                    <a:p>
                      <a:pPr algn="ctr">
                        <a:buNone/>
                      </a:pPr>
                      <a:r>
                        <a:rPr lang="en-IN" sz="1600"/>
                        <a:t>R003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4084073"/>
                  </a:ext>
                </a:extLst>
              </a:tr>
              <a:tr h="220042">
                <a:tc>
                  <a:txBody>
                    <a:bodyPr/>
                    <a:lstStyle/>
                    <a:p>
                      <a:pPr algn="ctr">
                        <a:buNone/>
                      </a:pPr>
                      <a:r>
                        <a:rPr lang="en-IN" sz="1600"/>
                        <a:t>R004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5073"/>
                  </a:ext>
                </a:extLst>
              </a:tr>
              <a:tr h="220042">
                <a:tc>
                  <a:txBody>
                    <a:bodyPr/>
                    <a:lstStyle/>
                    <a:p>
                      <a:pPr algn="ctr">
                        <a:buNone/>
                      </a:pPr>
                      <a:r>
                        <a:rPr lang="en-IN" sz="1600"/>
                        <a:t>R005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26.0000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7767229"/>
                  </a:ext>
                </a:extLst>
              </a:tr>
              <a:tr h="220042">
                <a:tc>
                  <a:txBody>
                    <a:bodyPr/>
                    <a:lstStyle/>
                    <a:p>
                      <a:pPr algn="ctr">
                        <a:buNone/>
                      </a:pPr>
                      <a:r>
                        <a:rPr lang="en-IN" sz="1600"/>
                        <a:t>R006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42.0000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4611252"/>
                  </a:ext>
                </a:extLst>
              </a:tr>
              <a:tr h="220042">
                <a:tc>
                  <a:txBody>
                    <a:bodyPr/>
                    <a:lstStyle/>
                    <a:p>
                      <a:pPr algn="ctr">
                        <a:buNone/>
                      </a:pPr>
                      <a:r>
                        <a:rPr lang="en-IN" sz="1600"/>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073834"/>
                  </a:ext>
                </a:extLst>
              </a:tr>
              <a:tr h="220042">
                <a:tc>
                  <a:txBody>
                    <a:bodyPr/>
                    <a:lstStyle/>
                    <a:p>
                      <a:pPr algn="ctr">
                        <a:buNone/>
                      </a:pPr>
                      <a:r>
                        <a:rPr lang="en-IN" sz="1600"/>
                        <a:t>R008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34.0000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740245"/>
                  </a:ext>
                </a:extLst>
              </a:tr>
              <a:tr h="220042">
                <a:tc>
                  <a:txBody>
                    <a:bodyPr/>
                    <a:lstStyle/>
                    <a:p>
                      <a:pPr algn="ctr">
                        <a:buNone/>
                      </a:pPr>
                      <a:r>
                        <a:rPr lang="en-IN" sz="1600"/>
                        <a:t>R009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46.0000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758632"/>
                  </a:ext>
                </a:extLst>
              </a:tr>
              <a:tr h="220042">
                <a:tc>
                  <a:txBody>
                    <a:bodyPr/>
                    <a:lstStyle/>
                    <a:p>
                      <a:pPr algn="ctr">
                        <a:buNone/>
                      </a:pPr>
                      <a:r>
                        <a:rPr lang="en-IN" sz="1600"/>
                        <a:t>R010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40.0000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5517493"/>
                  </a:ext>
                </a:extLst>
              </a:tr>
              <a:tr h="220042">
                <a:tc>
                  <a:txBody>
                    <a:bodyPr/>
                    <a:lstStyle/>
                    <a:p>
                      <a:pPr algn="ctr">
                        <a:buNone/>
                      </a:pPr>
                      <a:r>
                        <a:rPr lang="en-IN" sz="1600"/>
                        <a:t>R011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25.0000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7577432"/>
                  </a:ext>
                </a:extLst>
              </a:tr>
              <a:tr h="220042">
                <a:tc>
                  <a:txBody>
                    <a:bodyPr/>
                    <a:lstStyle/>
                    <a:p>
                      <a:pPr algn="ctr">
                        <a:buNone/>
                      </a:pPr>
                      <a:r>
                        <a:rPr lang="en-IN" sz="1600"/>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918676"/>
                  </a:ext>
                </a:extLst>
              </a:tr>
              <a:tr h="220042">
                <a:tc>
                  <a:txBody>
                    <a:bodyPr/>
                    <a:lstStyle/>
                    <a:p>
                      <a:pPr algn="ctr">
                        <a:buNone/>
                      </a:pPr>
                      <a:r>
                        <a:rPr lang="en-IN" sz="1600"/>
                        <a:t>R013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0932088"/>
                  </a:ext>
                </a:extLst>
              </a:tr>
              <a:tr h="220042">
                <a:tc>
                  <a:txBody>
                    <a:bodyPr/>
                    <a:lstStyle/>
                    <a:p>
                      <a:pPr algn="ctr">
                        <a:buNone/>
                      </a:pPr>
                      <a:r>
                        <a:rPr lang="en-IN" sz="1600"/>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3233759"/>
                  </a:ext>
                </a:extLst>
              </a:tr>
              <a:tr h="220042">
                <a:tc>
                  <a:txBody>
                    <a:bodyPr/>
                    <a:lstStyle/>
                    <a:p>
                      <a:pPr algn="ctr">
                        <a:buNone/>
                      </a:pPr>
                      <a:r>
                        <a:rPr lang="en-IN" sz="1600"/>
                        <a:t>R015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29.0000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124673"/>
                  </a:ext>
                </a:extLst>
              </a:tr>
              <a:tr h="220042">
                <a:tc>
                  <a:txBody>
                    <a:bodyPr/>
                    <a:lstStyle/>
                    <a:p>
                      <a:pPr algn="ctr">
                        <a:buNone/>
                      </a:pPr>
                      <a:r>
                        <a:rPr lang="en-IN" sz="1600"/>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586868"/>
                  </a:ext>
                </a:extLst>
              </a:tr>
              <a:tr h="220042">
                <a:tc>
                  <a:txBody>
                    <a:bodyPr/>
                    <a:lstStyle/>
                    <a:p>
                      <a:pPr algn="ctr">
                        <a:buNone/>
                      </a:pPr>
                      <a:r>
                        <a:rPr lang="en-IN" sz="1600"/>
                        <a:t>R017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476508"/>
                  </a:ext>
                </a:extLst>
              </a:tr>
              <a:tr h="220042">
                <a:tc>
                  <a:txBody>
                    <a:bodyPr/>
                    <a:lstStyle/>
                    <a:p>
                      <a:pPr algn="ctr">
                        <a:buNone/>
                      </a:pPr>
                      <a:r>
                        <a:rPr lang="en-IN" sz="1600"/>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043792"/>
                  </a:ext>
                </a:extLst>
              </a:tr>
              <a:tr h="220042">
                <a:tc>
                  <a:txBody>
                    <a:bodyPr/>
                    <a:lstStyle/>
                    <a:p>
                      <a:pPr algn="ctr">
                        <a:buNone/>
                      </a:pPr>
                      <a:r>
                        <a:rPr lang="en-IN" sz="1600"/>
                        <a:t>R019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37.0000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761733"/>
                  </a:ext>
                </a:extLst>
              </a:tr>
              <a:tr h="220042">
                <a:tc>
                  <a:txBody>
                    <a:bodyPr/>
                    <a:lstStyle/>
                    <a:p>
                      <a:pPr algn="ctr">
                        <a:buNone/>
                      </a:pPr>
                      <a:r>
                        <a:rPr lang="en-IN" sz="1600"/>
                        <a:t>R020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23.0000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0271350"/>
                  </a:ext>
                </a:extLst>
              </a:tr>
            </a:tbl>
          </a:graphicData>
        </a:graphic>
      </p:graphicFrame>
    </p:spTree>
    <p:extLst>
      <p:ext uri="{BB962C8B-B14F-4D97-AF65-F5344CB8AC3E}">
        <p14:creationId xmlns:p14="http://schemas.microsoft.com/office/powerpoint/2010/main" val="170586426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F7370E-4D5C-EEBD-DFB1-19221478AE42}"/>
              </a:ext>
            </a:extLst>
          </p:cNvPr>
          <p:cNvSpPr>
            <a:spLocks noGrp="1"/>
          </p:cNvSpPr>
          <p:nvPr>
            <p:ph idx="1"/>
          </p:nvPr>
        </p:nvSpPr>
        <p:spPr>
          <a:xfrm>
            <a:off x="-1" y="224589"/>
            <a:ext cx="12135853" cy="5952374"/>
          </a:xfrm>
        </p:spPr>
        <p:txBody>
          <a:bodyPr>
            <a:normAutofit/>
          </a:bodyPr>
          <a:lstStyle/>
          <a:p>
            <a:pPr marL="0" indent="0">
              <a:buNone/>
            </a:pPr>
            <a:r>
              <a:rPr lang="en-US" sz="1800" b="1" dirty="0"/>
              <a:t>○</a:t>
            </a:r>
            <a:r>
              <a:rPr lang="en-US" sz="1800" b="1" u="sng" dirty="0"/>
              <a:t> Distance-to-time efficiency ratio: </a:t>
            </a:r>
            <a:r>
              <a:rPr lang="en-US" sz="1800" b="1" u="sng" dirty="0" err="1"/>
              <a:t>Distance_KM</a:t>
            </a:r>
            <a:r>
              <a:rPr lang="en-US" sz="1800" b="1" u="sng" dirty="0"/>
              <a:t> / </a:t>
            </a:r>
            <a:r>
              <a:rPr lang="en-US" sz="1800" b="1" u="sng" dirty="0" err="1"/>
              <a:t>Average_Travel_Time_Min</a:t>
            </a:r>
            <a:r>
              <a:rPr lang="en-US" sz="1800" b="1" u="sng" dirty="0"/>
              <a:t>.</a:t>
            </a:r>
          </a:p>
          <a:p>
            <a:pPr marL="0" indent="0">
              <a:buNone/>
            </a:pPr>
            <a:r>
              <a:rPr lang="en-US" sz="1800" dirty="0"/>
              <a:t>SELECT </a:t>
            </a:r>
            <a:r>
              <a:rPr lang="en-US" sz="1800" dirty="0" err="1"/>
              <a:t>Route_ID</a:t>
            </a:r>
            <a:r>
              <a:rPr lang="en-US" sz="1800" dirty="0"/>
              <a:t>, ROUND( AVG(</a:t>
            </a:r>
            <a:r>
              <a:rPr lang="en-US" sz="1800" dirty="0" err="1"/>
              <a:t>Distance_KM</a:t>
            </a:r>
            <a:r>
              <a:rPr lang="en-US" sz="1800" dirty="0"/>
              <a:t>) /  AVG(</a:t>
            </a:r>
            <a:r>
              <a:rPr lang="en-US" sz="1800" dirty="0" err="1"/>
              <a:t>Average_Travel_Time_Min</a:t>
            </a:r>
            <a:r>
              <a:rPr lang="en-US" sz="1800" dirty="0"/>
              <a:t>), 2) AS </a:t>
            </a:r>
            <a:r>
              <a:rPr lang="en-US" sz="1800" dirty="0" err="1"/>
              <a:t>Distance_To_Time_Efficiency_Ratio</a:t>
            </a:r>
            <a:endParaRPr lang="en-US" sz="1800" dirty="0"/>
          </a:p>
          <a:p>
            <a:pPr marL="0" indent="0">
              <a:buNone/>
            </a:pPr>
            <a:r>
              <a:rPr lang="en-US" sz="1800" dirty="0"/>
              <a:t>FROM Routes</a:t>
            </a:r>
          </a:p>
          <a:p>
            <a:pPr marL="0" indent="0">
              <a:buNone/>
            </a:pPr>
            <a:r>
              <a:rPr lang="en-US" sz="1800" dirty="0"/>
              <a:t>GROUP BY </a:t>
            </a:r>
            <a:r>
              <a:rPr lang="en-US" sz="1800" dirty="0" err="1"/>
              <a:t>Route_ID</a:t>
            </a:r>
            <a:endParaRPr lang="en-US" sz="1800" dirty="0"/>
          </a:p>
          <a:p>
            <a:pPr marL="0" indent="0">
              <a:buNone/>
            </a:pPr>
            <a:r>
              <a:rPr lang="en-US" sz="1800" dirty="0"/>
              <a:t>ORDER BY </a:t>
            </a:r>
            <a:r>
              <a:rPr lang="en-US" sz="1800" dirty="0" err="1"/>
              <a:t>Distance_To_Time_Efficiency_Ratio</a:t>
            </a:r>
            <a:r>
              <a:rPr lang="en-US" sz="1800" dirty="0"/>
              <a:t> DESC;</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17F0C738-27D6-DD52-6AA7-822176F2796F}"/>
              </a:ext>
            </a:extLst>
          </p:cNvPr>
          <p:cNvGraphicFramePr>
            <a:graphicFrameLocks noGrp="1"/>
          </p:cNvGraphicFramePr>
          <p:nvPr>
            <p:extLst>
              <p:ext uri="{D42A27DB-BD31-4B8C-83A1-F6EECF244321}">
                <p14:modId xmlns:p14="http://schemas.microsoft.com/office/powerpoint/2010/main" val="3881638098"/>
              </p:ext>
            </p:extLst>
          </p:nvPr>
        </p:nvGraphicFramePr>
        <p:xfrm>
          <a:off x="128337" y="2951747"/>
          <a:ext cx="11943348" cy="6902952"/>
        </p:xfrm>
        <a:graphic>
          <a:graphicData uri="http://schemas.openxmlformats.org/drawingml/2006/table">
            <a:tbl>
              <a:tblPr firstRow="1">
                <a:tableStyleId>{35758FB7-9AC5-4552-8A53-C91805E547FA}</a:tableStyleId>
              </a:tblPr>
              <a:tblGrid>
                <a:gridCol w="5971674">
                  <a:extLst>
                    <a:ext uri="{9D8B030D-6E8A-4147-A177-3AD203B41FA5}">
                      <a16:colId xmlns:a16="http://schemas.microsoft.com/office/drawing/2014/main" val="1988581508"/>
                    </a:ext>
                  </a:extLst>
                </a:gridCol>
                <a:gridCol w="5971674">
                  <a:extLst>
                    <a:ext uri="{9D8B030D-6E8A-4147-A177-3AD203B41FA5}">
                      <a16:colId xmlns:a16="http://schemas.microsoft.com/office/drawing/2014/main" val="4096856637"/>
                    </a:ext>
                  </a:extLst>
                </a:gridCol>
              </a:tblGrid>
              <a:tr h="234483">
                <a:tc>
                  <a:txBody>
                    <a:bodyPr/>
                    <a:lstStyle/>
                    <a:p>
                      <a:pPr algn="ctr">
                        <a:buNone/>
                      </a:pPr>
                      <a:r>
                        <a:rPr lang="en-IN" sz="1800" b="1" u="sng" dirty="0" err="1"/>
                        <a:t>Route_ID</a:t>
                      </a:r>
                      <a:endParaRPr lang="en-IN" sz="1800" b="1" u="sng"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800" b="1" u="sng" dirty="0" err="1"/>
                        <a:t>Distance_To_Time_Efficiency_Ratio</a:t>
                      </a:r>
                      <a:endParaRPr lang="en-IN" sz="1800" b="1" u="sng"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18626206"/>
                  </a:ext>
                </a:extLst>
              </a:tr>
              <a:tr h="234483">
                <a:tc>
                  <a:txBody>
                    <a:bodyPr/>
                    <a:lstStyle/>
                    <a:p>
                      <a:pPr algn="ctr">
                        <a:buNone/>
                      </a:pPr>
                      <a:r>
                        <a:rPr lang="en-IN" sz="1800" dirty="0"/>
                        <a:t>R004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4.28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4622878"/>
                  </a:ext>
                </a:extLst>
              </a:tr>
              <a:tr h="234483">
                <a:tc>
                  <a:txBody>
                    <a:bodyPr/>
                    <a:lstStyle/>
                    <a:p>
                      <a:pPr algn="ctr">
                        <a:buNone/>
                      </a:pPr>
                      <a:r>
                        <a:rPr lang="en-IN" sz="1800"/>
                        <a:t>R019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3.77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328924"/>
                  </a:ext>
                </a:extLst>
              </a:tr>
              <a:tr h="234483">
                <a:tc>
                  <a:txBody>
                    <a:bodyPr/>
                    <a:lstStyle/>
                    <a:p>
                      <a:pPr algn="ctr">
                        <a:buNone/>
                      </a:pPr>
                      <a:r>
                        <a:rPr lang="en-IN" sz="1800"/>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2.28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1203639"/>
                  </a:ext>
                </a:extLst>
              </a:tr>
              <a:tr h="234483">
                <a:tc>
                  <a:txBody>
                    <a:bodyPr/>
                    <a:lstStyle/>
                    <a:p>
                      <a:pPr algn="ctr">
                        <a:buNone/>
                      </a:pPr>
                      <a:r>
                        <a:rPr lang="en-IN" sz="1800"/>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091265"/>
                  </a:ext>
                </a:extLst>
              </a:tr>
              <a:tr h="234483">
                <a:tc>
                  <a:txBody>
                    <a:bodyPr/>
                    <a:lstStyle/>
                    <a:p>
                      <a:pPr algn="ctr">
                        <a:buNone/>
                      </a:pPr>
                      <a:r>
                        <a:rPr lang="en-IN" sz="1800"/>
                        <a:t>R011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0.96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174235"/>
                  </a:ext>
                </a:extLst>
              </a:tr>
              <a:tr h="234483">
                <a:tc>
                  <a:txBody>
                    <a:bodyPr/>
                    <a:lstStyle/>
                    <a:p>
                      <a:pPr algn="ctr">
                        <a:buNone/>
                      </a:pPr>
                      <a:r>
                        <a:rPr lang="en-IN" sz="1800"/>
                        <a:t>R013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0.93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465859"/>
                  </a:ext>
                </a:extLst>
              </a:tr>
              <a:tr h="234483">
                <a:tc>
                  <a:txBody>
                    <a:bodyPr/>
                    <a:lstStyle/>
                    <a:p>
                      <a:pPr algn="ctr">
                        <a:buNone/>
                      </a:pPr>
                      <a:r>
                        <a:rPr lang="en-IN" sz="1800"/>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9343386"/>
                  </a:ext>
                </a:extLst>
              </a:tr>
              <a:tr h="234483">
                <a:tc>
                  <a:txBody>
                    <a:bodyPr/>
                    <a:lstStyle/>
                    <a:p>
                      <a:pPr algn="ctr">
                        <a:buNone/>
                      </a:pPr>
                      <a:r>
                        <a:rPr lang="en-IN" sz="1800"/>
                        <a:t>R010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0.67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566533"/>
                  </a:ext>
                </a:extLst>
              </a:tr>
              <a:tr h="234483">
                <a:tc>
                  <a:txBody>
                    <a:bodyPr/>
                    <a:lstStyle/>
                    <a:p>
                      <a:pPr algn="ctr">
                        <a:buNone/>
                      </a:pPr>
                      <a:r>
                        <a:rPr lang="en-IN" sz="1800"/>
                        <a:t>R001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0.61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776354"/>
                  </a:ext>
                </a:extLst>
              </a:tr>
              <a:tr h="234483">
                <a:tc>
                  <a:txBody>
                    <a:bodyPr/>
                    <a:lstStyle/>
                    <a:p>
                      <a:pPr algn="ctr">
                        <a:buNone/>
                      </a:pPr>
                      <a:r>
                        <a:rPr lang="en-IN" sz="1800"/>
                        <a:t>R009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203518"/>
                  </a:ext>
                </a:extLst>
              </a:tr>
              <a:tr h="234483">
                <a:tc>
                  <a:txBody>
                    <a:bodyPr/>
                    <a:lstStyle/>
                    <a:p>
                      <a:pPr algn="ctr">
                        <a:buNone/>
                      </a:pPr>
                      <a:r>
                        <a:rPr lang="en-IN" sz="1800"/>
                        <a:t>R003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0.58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0482098"/>
                  </a:ext>
                </a:extLst>
              </a:tr>
              <a:tr h="234483">
                <a:tc>
                  <a:txBody>
                    <a:bodyPr/>
                    <a:lstStyle/>
                    <a:p>
                      <a:pPr algn="ctr">
                        <a:buNone/>
                      </a:pPr>
                      <a:r>
                        <a:rPr lang="en-IN" sz="1800"/>
                        <a:t>R020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0.55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1114308"/>
                  </a:ext>
                </a:extLst>
              </a:tr>
              <a:tr h="234483">
                <a:tc>
                  <a:txBody>
                    <a:bodyPr/>
                    <a:lstStyle/>
                    <a:p>
                      <a:pPr algn="ctr">
                        <a:buNone/>
                      </a:pPr>
                      <a:r>
                        <a:rPr lang="en-IN" sz="1800"/>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0.54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205310"/>
                  </a:ext>
                </a:extLst>
              </a:tr>
              <a:tr h="234483">
                <a:tc>
                  <a:txBody>
                    <a:bodyPr/>
                    <a:lstStyle/>
                    <a:p>
                      <a:pPr algn="ctr">
                        <a:buNone/>
                      </a:pPr>
                      <a:r>
                        <a:rPr lang="en-IN" sz="1800"/>
                        <a:t>R005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0.37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3759226"/>
                  </a:ext>
                </a:extLst>
              </a:tr>
              <a:tr h="234483">
                <a:tc>
                  <a:txBody>
                    <a:bodyPr/>
                    <a:lstStyle/>
                    <a:p>
                      <a:pPr algn="ctr">
                        <a:buNone/>
                      </a:pPr>
                      <a:r>
                        <a:rPr lang="en-IN" sz="1800"/>
                        <a:t>R017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0.33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2605456"/>
                  </a:ext>
                </a:extLst>
              </a:tr>
              <a:tr h="234483">
                <a:tc>
                  <a:txBody>
                    <a:bodyPr/>
                    <a:lstStyle/>
                    <a:p>
                      <a:pPr algn="ctr">
                        <a:buNone/>
                      </a:pPr>
                      <a:r>
                        <a:rPr lang="en-IN" sz="1800"/>
                        <a:t>R015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4485001"/>
                  </a:ext>
                </a:extLst>
              </a:tr>
              <a:tr h="234483">
                <a:tc>
                  <a:txBody>
                    <a:bodyPr/>
                    <a:lstStyle/>
                    <a:p>
                      <a:pPr algn="ctr">
                        <a:buNone/>
                      </a:pPr>
                      <a:r>
                        <a:rPr lang="en-IN" sz="1800"/>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0.28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6710923"/>
                  </a:ext>
                </a:extLst>
              </a:tr>
              <a:tr h="234483">
                <a:tc>
                  <a:txBody>
                    <a:bodyPr/>
                    <a:lstStyle/>
                    <a:p>
                      <a:pPr algn="ctr">
                        <a:buNone/>
                      </a:pPr>
                      <a:r>
                        <a:rPr lang="en-IN" sz="1800"/>
                        <a:t>R008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0.24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846681"/>
                  </a:ext>
                </a:extLst>
              </a:tr>
              <a:tr h="234483">
                <a:tc>
                  <a:txBody>
                    <a:bodyPr/>
                    <a:lstStyle/>
                    <a:p>
                      <a:pPr algn="ctr">
                        <a:buNone/>
                      </a:pPr>
                      <a:r>
                        <a:rPr lang="en-IN" sz="1800"/>
                        <a:t>R006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5728403"/>
                  </a:ext>
                </a:extLst>
              </a:tr>
              <a:tr h="234483">
                <a:tc>
                  <a:txBody>
                    <a:bodyPr/>
                    <a:lstStyle/>
                    <a:p>
                      <a:pPr algn="ctr">
                        <a:buNone/>
                      </a:pPr>
                      <a:r>
                        <a:rPr lang="en-IN" sz="1800"/>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0.15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0725331"/>
                  </a:ext>
                </a:extLst>
              </a:tr>
            </a:tbl>
          </a:graphicData>
        </a:graphic>
      </p:graphicFrame>
    </p:spTree>
    <p:extLst>
      <p:ext uri="{BB962C8B-B14F-4D97-AF65-F5344CB8AC3E}">
        <p14:creationId xmlns:p14="http://schemas.microsoft.com/office/powerpoint/2010/main" val="6573474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CB708-9368-C493-9C11-ABCD8E96F458}"/>
              </a:ext>
            </a:extLst>
          </p:cNvPr>
          <p:cNvSpPr>
            <a:spLocks noGrp="1"/>
          </p:cNvSpPr>
          <p:nvPr>
            <p:ph idx="1"/>
          </p:nvPr>
        </p:nvSpPr>
        <p:spPr>
          <a:xfrm>
            <a:off x="112295" y="120316"/>
            <a:ext cx="11935326" cy="6056647"/>
          </a:xfrm>
        </p:spPr>
        <p:txBody>
          <a:bodyPr>
            <a:normAutofit/>
          </a:bodyPr>
          <a:lstStyle/>
          <a:p>
            <a:r>
              <a:rPr lang="en-US" sz="1800" b="1" u="sng" dirty="0"/>
              <a:t>3 routes with the worst efficiency ratio.</a:t>
            </a:r>
          </a:p>
          <a:p>
            <a:pPr marL="0" indent="0">
              <a:buNone/>
            </a:pPr>
            <a:r>
              <a:rPr lang="en-US" sz="1800" dirty="0"/>
              <a:t>SELECT </a:t>
            </a:r>
            <a:r>
              <a:rPr lang="en-US" sz="1800" dirty="0" err="1"/>
              <a:t>Route_ID</a:t>
            </a:r>
            <a:r>
              <a:rPr lang="en-US" sz="1800" dirty="0"/>
              <a:t>, ROUND( AVG(</a:t>
            </a:r>
            <a:r>
              <a:rPr lang="en-US" sz="1800" dirty="0" err="1"/>
              <a:t>Distance_KM</a:t>
            </a:r>
            <a:r>
              <a:rPr lang="en-US" sz="1800" dirty="0"/>
              <a:t>) /  AVG(</a:t>
            </a:r>
            <a:r>
              <a:rPr lang="en-US" sz="1800" dirty="0" err="1"/>
              <a:t>Average_Travel_Time_Min</a:t>
            </a:r>
            <a:r>
              <a:rPr lang="en-US" sz="1800" dirty="0"/>
              <a:t>), 2) AS </a:t>
            </a:r>
            <a:r>
              <a:rPr lang="en-US" sz="1800" dirty="0" err="1"/>
              <a:t>Worst_Efficiency_Ratio</a:t>
            </a:r>
            <a:endParaRPr lang="en-US" sz="1800" dirty="0"/>
          </a:p>
          <a:p>
            <a:pPr marL="0" indent="0">
              <a:buNone/>
            </a:pPr>
            <a:r>
              <a:rPr lang="en-US" sz="1800" dirty="0"/>
              <a:t>FROM Routes group by </a:t>
            </a:r>
            <a:r>
              <a:rPr lang="en-US" sz="1800" dirty="0" err="1"/>
              <a:t>Route_ID</a:t>
            </a:r>
            <a:endParaRPr lang="en-US" sz="1800" dirty="0"/>
          </a:p>
          <a:p>
            <a:pPr marL="0" indent="0">
              <a:buNone/>
            </a:pPr>
            <a:r>
              <a:rPr lang="en-US" sz="1800" dirty="0"/>
              <a:t>ORDER BY </a:t>
            </a:r>
            <a:r>
              <a:rPr lang="en-US" sz="1800" dirty="0" err="1"/>
              <a:t>Worst_Efficiency_Ratio</a:t>
            </a:r>
            <a:r>
              <a:rPr lang="en-US" sz="1800" dirty="0"/>
              <a:t> ASC LIMIT 3;</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5913A0B0-7636-3785-E9C7-01810F31A10A}"/>
              </a:ext>
            </a:extLst>
          </p:cNvPr>
          <p:cNvGraphicFramePr>
            <a:graphicFrameLocks noGrp="1"/>
          </p:cNvGraphicFramePr>
          <p:nvPr>
            <p:extLst>
              <p:ext uri="{D42A27DB-BD31-4B8C-83A1-F6EECF244321}">
                <p14:modId xmlns:p14="http://schemas.microsoft.com/office/powerpoint/2010/main" val="2334772123"/>
              </p:ext>
            </p:extLst>
          </p:nvPr>
        </p:nvGraphicFramePr>
        <p:xfrm>
          <a:off x="605590" y="2754822"/>
          <a:ext cx="10515600" cy="1463040"/>
        </p:xfrm>
        <a:graphic>
          <a:graphicData uri="http://schemas.openxmlformats.org/drawingml/2006/table">
            <a:tbl>
              <a:tblPr firstRow="1">
                <a:tableStyleId>{08FB837D-C827-4EFA-A057-4D05807E0F7C}</a:tableStyleId>
              </a:tblPr>
              <a:tblGrid>
                <a:gridCol w="5257800">
                  <a:extLst>
                    <a:ext uri="{9D8B030D-6E8A-4147-A177-3AD203B41FA5}">
                      <a16:colId xmlns:a16="http://schemas.microsoft.com/office/drawing/2014/main" val="400670000"/>
                    </a:ext>
                  </a:extLst>
                </a:gridCol>
                <a:gridCol w="5257800">
                  <a:extLst>
                    <a:ext uri="{9D8B030D-6E8A-4147-A177-3AD203B41FA5}">
                      <a16:colId xmlns:a16="http://schemas.microsoft.com/office/drawing/2014/main" val="4166573373"/>
                    </a:ext>
                  </a:extLst>
                </a:gridCol>
              </a:tblGrid>
              <a:tr h="0">
                <a:tc>
                  <a:txBody>
                    <a:bodyPr/>
                    <a:lstStyle/>
                    <a:p>
                      <a:pPr algn="ctr">
                        <a:buNone/>
                      </a:pPr>
                      <a:r>
                        <a:rPr lang="en-IN" b="1" u="sng" dirty="0" err="1"/>
                        <a:t>Route_ID</a:t>
                      </a:r>
                      <a:endParaRPr lang="en-IN"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buNone/>
                      </a:pPr>
                      <a:r>
                        <a:rPr lang="en-IN" b="1" u="sng" dirty="0" err="1"/>
                        <a:t>Worst_Efficiency_Ratio</a:t>
                      </a:r>
                      <a:endParaRPr lang="en-IN"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372175042"/>
                  </a:ext>
                </a:extLst>
              </a:tr>
              <a:tr h="0">
                <a:tc>
                  <a:txBody>
                    <a:bodyPr/>
                    <a:lstStyle/>
                    <a:p>
                      <a:pPr algn="ctr">
                        <a:buNone/>
                      </a:pPr>
                      <a:r>
                        <a:rPr lang="en-IN"/>
                        <a:t>R016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954046"/>
                  </a:ext>
                </a:extLst>
              </a:tr>
              <a:tr h="0">
                <a:tc>
                  <a:txBody>
                    <a:bodyPr/>
                    <a:lstStyle/>
                    <a:p>
                      <a:pPr algn="ctr">
                        <a:buNone/>
                      </a:pPr>
                      <a:r>
                        <a:rPr lang="en-IN"/>
                        <a:t>R006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4859012"/>
                  </a:ext>
                </a:extLst>
              </a:tr>
              <a:tr h="0">
                <a:tc>
                  <a:txBody>
                    <a:bodyPr/>
                    <a:lstStyle/>
                    <a:p>
                      <a:pPr algn="ctr">
                        <a:buNone/>
                      </a:pPr>
                      <a:r>
                        <a:rPr lang="en-IN"/>
                        <a:t>R008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938469"/>
                  </a:ext>
                </a:extLst>
              </a:tr>
            </a:tbl>
          </a:graphicData>
        </a:graphic>
      </p:graphicFrame>
    </p:spTree>
    <p:extLst>
      <p:ext uri="{BB962C8B-B14F-4D97-AF65-F5344CB8AC3E}">
        <p14:creationId xmlns:p14="http://schemas.microsoft.com/office/powerpoint/2010/main" val="26201882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E05D2-1EDA-4687-0060-449FC7DC132B}"/>
              </a:ext>
            </a:extLst>
          </p:cNvPr>
          <p:cNvSpPr>
            <a:spLocks noGrp="1"/>
          </p:cNvSpPr>
          <p:nvPr>
            <p:ph idx="1"/>
          </p:nvPr>
        </p:nvSpPr>
        <p:spPr>
          <a:xfrm>
            <a:off x="0" y="64168"/>
            <a:ext cx="12192000" cy="6112795"/>
          </a:xfrm>
        </p:spPr>
        <p:txBody>
          <a:bodyPr>
            <a:normAutofit/>
          </a:bodyPr>
          <a:lstStyle/>
          <a:p>
            <a:r>
              <a:rPr lang="en-US" sz="1800" b="1" u="sng" dirty="0"/>
              <a:t>routes with &gt;20% delayed shipments.</a:t>
            </a:r>
          </a:p>
          <a:p>
            <a:pPr marL="0" indent="0">
              <a:buNone/>
            </a:pPr>
            <a:r>
              <a:rPr lang="en-US" sz="1800" dirty="0"/>
              <a:t>SELECT </a:t>
            </a:r>
            <a:r>
              <a:rPr lang="en-US" sz="1800" dirty="0" err="1"/>
              <a:t>Route_ID</a:t>
            </a:r>
            <a:r>
              <a:rPr lang="en-US" sz="1800" dirty="0"/>
              <a:t>, COUNT(*) AS </a:t>
            </a:r>
            <a:r>
              <a:rPr lang="en-US" sz="1800" dirty="0" err="1"/>
              <a:t>TotalOrders</a:t>
            </a:r>
            <a:r>
              <a:rPr lang="en-US" sz="1800" dirty="0"/>
              <a:t>, </a:t>
            </a:r>
          </a:p>
          <a:p>
            <a:pPr marL="0" indent="0">
              <a:buNone/>
            </a:pPr>
            <a:r>
              <a:rPr lang="en-US" sz="1800" dirty="0"/>
              <a:t>SUM(CASE WHEN </a:t>
            </a:r>
            <a:r>
              <a:rPr lang="en-US" sz="1800" dirty="0" err="1"/>
              <a:t>Delivery_Status</a:t>
            </a:r>
            <a:r>
              <a:rPr lang="en-US" sz="1800" dirty="0"/>
              <a:t> = 'Delayed' THEN 1 ELSE 0 END) AS </a:t>
            </a:r>
            <a:r>
              <a:rPr lang="en-US" sz="1800" dirty="0" err="1"/>
              <a:t>DelayedCount</a:t>
            </a:r>
            <a:r>
              <a:rPr lang="en-US" sz="1800" dirty="0"/>
              <a:t>,</a:t>
            </a:r>
          </a:p>
          <a:p>
            <a:pPr marL="0" indent="0">
              <a:buNone/>
            </a:pPr>
            <a:r>
              <a:rPr lang="en-US" sz="1800" dirty="0"/>
              <a:t>ROUND( SUM(CASE WHEN </a:t>
            </a:r>
            <a:r>
              <a:rPr lang="en-US" sz="1800" dirty="0" err="1"/>
              <a:t>Delivery_Status</a:t>
            </a:r>
            <a:r>
              <a:rPr lang="en-US" sz="1800" dirty="0"/>
              <a:t> = 'Delayed' THEN 1 ELSE 0 END) / COUNT(*) * 100, 2) AS </a:t>
            </a:r>
            <a:r>
              <a:rPr lang="en-US" sz="1800" dirty="0" err="1"/>
              <a:t>DelayPercent</a:t>
            </a:r>
            <a:endParaRPr lang="en-US" sz="1800" dirty="0"/>
          </a:p>
          <a:p>
            <a:pPr marL="0" indent="0">
              <a:buNone/>
            </a:pPr>
            <a:r>
              <a:rPr lang="en-US" sz="1800" dirty="0"/>
              <a:t>FROM Orders</a:t>
            </a:r>
          </a:p>
          <a:p>
            <a:pPr marL="0" indent="0">
              <a:buNone/>
            </a:pPr>
            <a:r>
              <a:rPr lang="en-US" sz="1800" dirty="0"/>
              <a:t>GROUP BY </a:t>
            </a:r>
            <a:r>
              <a:rPr lang="en-US" sz="1800" dirty="0" err="1"/>
              <a:t>Route_ID</a:t>
            </a:r>
            <a:endParaRPr lang="en-US" sz="1800" dirty="0"/>
          </a:p>
          <a:p>
            <a:pPr marL="0" indent="0">
              <a:buNone/>
            </a:pPr>
            <a:r>
              <a:rPr lang="en-US" sz="1800" dirty="0"/>
              <a:t>HAVING </a:t>
            </a:r>
            <a:r>
              <a:rPr lang="en-US" sz="1800" dirty="0" err="1"/>
              <a:t>DelayPercent</a:t>
            </a:r>
            <a:r>
              <a:rPr lang="en-US" sz="1800" dirty="0"/>
              <a:t> &gt; 20;</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91A1D8F4-B711-2673-E316-E4757B520F1E}"/>
              </a:ext>
            </a:extLst>
          </p:cNvPr>
          <p:cNvGraphicFramePr>
            <a:graphicFrameLocks noGrp="1"/>
          </p:cNvGraphicFramePr>
          <p:nvPr>
            <p:extLst>
              <p:ext uri="{D42A27DB-BD31-4B8C-83A1-F6EECF244321}">
                <p14:modId xmlns:p14="http://schemas.microsoft.com/office/powerpoint/2010/main" val="1280966982"/>
              </p:ext>
            </p:extLst>
          </p:nvPr>
        </p:nvGraphicFramePr>
        <p:xfrm>
          <a:off x="296779" y="3665621"/>
          <a:ext cx="10972800" cy="6262872"/>
        </p:xfrm>
        <a:graphic>
          <a:graphicData uri="http://schemas.openxmlformats.org/drawingml/2006/table">
            <a:tbl>
              <a:tblPr firstRow="1">
                <a:tableStyleId>{284E427A-3D55-4303-BF80-6455036E1DE7}</a:tableStyleId>
              </a:tblPr>
              <a:tblGrid>
                <a:gridCol w="2743200">
                  <a:extLst>
                    <a:ext uri="{9D8B030D-6E8A-4147-A177-3AD203B41FA5}">
                      <a16:colId xmlns:a16="http://schemas.microsoft.com/office/drawing/2014/main" val="2417621242"/>
                    </a:ext>
                  </a:extLst>
                </a:gridCol>
                <a:gridCol w="2743200">
                  <a:extLst>
                    <a:ext uri="{9D8B030D-6E8A-4147-A177-3AD203B41FA5}">
                      <a16:colId xmlns:a16="http://schemas.microsoft.com/office/drawing/2014/main" val="2629128747"/>
                    </a:ext>
                  </a:extLst>
                </a:gridCol>
                <a:gridCol w="2743200">
                  <a:extLst>
                    <a:ext uri="{9D8B030D-6E8A-4147-A177-3AD203B41FA5}">
                      <a16:colId xmlns:a16="http://schemas.microsoft.com/office/drawing/2014/main" val="3388406457"/>
                    </a:ext>
                  </a:extLst>
                </a:gridCol>
                <a:gridCol w="2743200">
                  <a:extLst>
                    <a:ext uri="{9D8B030D-6E8A-4147-A177-3AD203B41FA5}">
                      <a16:colId xmlns:a16="http://schemas.microsoft.com/office/drawing/2014/main" val="1798379177"/>
                    </a:ext>
                  </a:extLst>
                </a:gridCol>
              </a:tblGrid>
              <a:tr h="222448">
                <a:tc>
                  <a:txBody>
                    <a:bodyPr/>
                    <a:lstStyle/>
                    <a:p>
                      <a:pPr algn="ctr">
                        <a:buNone/>
                      </a:pPr>
                      <a:r>
                        <a:rPr lang="en-IN" sz="1600" u="sng" dirty="0" err="1"/>
                        <a:t>Route_ID</a:t>
                      </a:r>
                      <a:endParaRPr lang="en-IN" sz="1600" u="sng"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IN" sz="1600" u="sng" dirty="0" err="1"/>
                        <a:t>TotalOrders</a:t>
                      </a:r>
                      <a:endParaRPr lang="en-IN" sz="1600" u="sng"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IN" sz="1600" u="sng" dirty="0" err="1"/>
                        <a:t>DelayedCount</a:t>
                      </a:r>
                      <a:endParaRPr lang="en-IN" sz="1600" u="sng"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IN" sz="1600" u="sng" dirty="0" err="1"/>
                        <a:t>DelayPercent</a:t>
                      </a:r>
                      <a:endParaRPr lang="en-IN" sz="1600" u="sng"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677089440"/>
                  </a:ext>
                </a:extLst>
              </a:tr>
              <a:tr h="222448">
                <a:tc>
                  <a:txBody>
                    <a:bodyPr/>
                    <a:lstStyle/>
                    <a:p>
                      <a:pPr algn="ctr">
                        <a:buNone/>
                      </a:pPr>
                      <a:r>
                        <a:rPr lang="en-IN" sz="1600"/>
                        <a:t>R005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46.67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2375334"/>
                  </a:ext>
                </a:extLst>
              </a:tr>
              <a:tr h="222448">
                <a:tc>
                  <a:txBody>
                    <a:bodyPr/>
                    <a:lstStyle/>
                    <a:p>
                      <a:pPr algn="ctr">
                        <a:buNone/>
                      </a:pPr>
                      <a:r>
                        <a:rPr lang="en-IN" sz="1600"/>
                        <a:t>R004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6150713"/>
                  </a:ext>
                </a:extLst>
              </a:tr>
              <a:tr h="222448">
                <a:tc>
                  <a:txBody>
                    <a:bodyPr/>
                    <a:lstStyle/>
                    <a:p>
                      <a:pPr algn="ctr">
                        <a:buNone/>
                      </a:pPr>
                      <a:r>
                        <a:rPr lang="en-IN" sz="1600"/>
                        <a:t>R013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52.94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5185572"/>
                  </a:ext>
                </a:extLst>
              </a:tr>
              <a:tr h="222448">
                <a:tc>
                  <a:txBody>
                    <a:bodyPr/>
                    <a:lstStyle/>
                    <a:p>
                      <a:pPr algn="ctr">
                        <a:buNone/>
                      </a:pPr>
                      <a:r>
                        <a:rPr lang="en-IN" sz="1600"/>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66.67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3560386"/>
                  </a:ext>
                </a:extLst>
              </a:tr>
              <a:tr h="222448">
                <a:tc>
                  <a:txBody>
                    <a:bodyPr/>
                    <a:lstStyle/>
                    <a:p>
                      <a:pPr algn="ctr">
                        <a:buNone/>
                      </a:pPr>
                      <a:r>
                        <a:rPr lang="en-IN" sz="1600"/>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31.82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4950958"/>
                  </a:ext>
                </a:extLst>
              </a:tr>
              <a:tr h="222448">
                <a:tc>
                  <a:txBody>
                    <a:bodyPr/>
                    <a:lstStyle/>
                    <a:p>
                      <a:pPr algn="ctr">
                        <a:buNone/>
                      </a:pPr>
                      <a:r>
                        <a:rPr lang="en-IN" sz="1600"/>
                        <a:t>R020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70.59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054899"/>
                  </a:ext>
                </a:extLst>
              </a:tr>
              <a:tr h="222448">
                <a:tc>
                  <a:txBody>
                    <a:bodyPr/>
                    <a:lstStyle/>
                    <a:p>
                      <a:pPr algn="ctr">
                        <a:buNone/>
                      </a:pPr>
                      <a:r>
                        <a:rPr lang="en-IN" sz="1600"/>
                        <a:t>R008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31.25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415107"/>
                  </a:ext>
                </a:extLst>
              </a:tr>
              <a:tr h="222448">
                <a:tc>
                  <a:txBody>
                    <a:bodyPr/>
                    <a:lstStyle/>
                    <a:p>
                      <a:pPr algn="ctr">
                        <a:buNone/>
                      </a:pPr>
                      <a:r>
                        <a:rPr lang="en-IN" sz="1600"/>
                        <a:t>R011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35108"/>
                  </a:ext>
                </a:extLst>
              </a:tr>
              <a:tr h="222448">
                <a:tc>
                  <a:txBody>
                    <a:bodyPr/>
                    <a:lstStyle/>
                    <a:p>
                      <a:pPr algn="ctr">
                        <a:buNone/>
                      </a:pPr>
                      <a:r>
                        <a:rPr lang="en-IN" sz="1600"/>
                        <a:t>R017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57.14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3181779"/>
                  </a:ext>
                </a:extLst>
              </a:tr>
              <a:tr h="222448">
                <a:tc>
                  <a:txBody>
                    <a:bodyPr/>
                    <a:lstStyle/>
                    <a:p>
                      <a:pPr algn="ctr">
                        <a:buNone/>
                      </a:pPr>
                      <a:r>
                        <a:rPr lang="en-IN" sz="1600"/>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38.46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0635452"/>
                  </a:ext>
                </a:extLst>
              </a:tr>
              <a:tr h="222448">
                <a:tc>
                  <a:txBody>
                    <a:bodyPr/>
                    <a:lstStyle/>
                    <a:p>
                      <a:pPr algn="ctr">
                        <a:buNone/>
                      </a:pPr>
                      <a:r>
                        <a:rPr lang="en-IN" sz="1600"/>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43.75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838739"/>
                  </a:ext>
                </a:extLst>
              </a:tr>
              <a:tr h="222448">
                <a:tc>
                  <a:txBody>
                    <a:bodyPr/>
                    <a:lstStyle/>
                    <a:p>
                      <a:pPr algn="ctr">
                        <a:buNone/>
                      </a:pPr>
                      <a:r>
                        <a:rPr lang="en-IN" sz="1600"/>
                        <a:t>R006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36.36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476272"/>
                  </a:ext>
                </a:extLst>
              </a:tr>
              <a:tr h="222448">
                <a:tc>
                  <a:txBody>
                    <a:bodyPr/>
                    <a:lstStyle/>
                    <a:p>
                      <a:pPr algn="ctr">
                        <a:buNone/>
                      </a:pPr>
                      <a:r>
                        <a:rPr lang="en-IN" sz="1600"/>
                        <a:t>R003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064157"/>
                  </a:ext>
                </a:extLst>
              </a:tr>
              <a:tr h="222448">
                <a:tc>
                  <a:txBody>
                    <a:bodyPr/>
                    <a:lstStyle/>
                    <a:p>
                      <a:pPr algn="ctr">
                        <a:buNone/>
                      </a:pPr>
                      <a:r>
                        <a:rPr lang="en-IN" sz="1600"/>
                        <a:t>R015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50.00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5243945"/>
                  </a:ext>
                </a:extLst>
              </a:tr>
              <a:tr h="222448">
                <a:tc>
                  <a:txBody>
                    <a:bodyPr/>
                    <a:lstStyle/>
                    <a:p>
                      <a:pPr algn="ctr">
                        <a:buNone/>
                      </a:pPr>
                      <a:r>
                        <a:rPr lang="en-IN" sz="1600"/>
                        <a:t>R009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37.50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135632"/>
                  </a:ext>
                </a:extLst>
              </a:tr>
              <a:tr h="222448">
                <a:tc>
                  <a:txBody>
                    <a:bodyPr/>
                    <a:lstStyle/>
                    <a:p>
                      <a:pPr algn="ctr">
                        <a:buNone/>
                      </a:pPr>
                      <a:r>
                        <a:rPr lang="en-IN" sz="1600"/>
                        <a:t>R010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5510359"/>
                  </a:ext>
                </a:extLst>
              </a:tr>
              <a:tr h="222448">
                <a:tc>
                  <a:txBody>
                    <a:bodyPr/>
                    <a:lstStyle/>
                    <a:p>
                      <a:pPr algn="ctr">
                        <a:buNone/>
                      </a:pPr>
                      <a:r>
                        <a:rPr lang="en-IN" sz="1600"/>
                        <a:t>R019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30.77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2383221"/>
                  </a:ext>
                </a:extLst>
              </a:tr>
              <a:tr h="222448">
                <a:tc>
                  <a:txBody>
                    <a:bodyPr/>
                    <a:lstStyle/>
                    <a:p>
                      <a:pPr algn="ctr">
                        <a:buNone/>
                      </a:pPr>
                      <a:r>
                        <a:rPr lang="en-IN" sz="1600"/>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019680"/>
                  </a:ext>
                </a:extLst>
              </a:tr>
              <a:tr h="222448">
                <a:tc>
                  <a:txBody>
                    <a:bodyPr/>
                    <a:lstStyle/>
                    <a:p>
                      <a:pPr algn="ctr">
                        <a:buNone/>
                      </a:pPr>
                      <a:r>
                        <a:rPr lang="en-IN" sz="1600"/>
                        <a:t>R001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40.00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0596588"/>
                  </a:ext>
                </a:extLst>
              </a:tr>
              <a:tr h="222448">
                <a:tc>
                  <a:txBody>
                    <a:bodyPr/>
                    <a:lstStyle/>
                    <a:p>
                      <a:pPr algn="ctr">
                        <a:buNone/>
                      </a:pPr>
                      <a:r>
                        <a:rPr lang="en-IN" sz="1600"/>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40.00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5530569"/>
                  </a:ext>
                </a:extLst>
              </a:tr>
            </a:tbl>
          </a:graphicData>
        </a:graphic>
      </p:graphicFrame>
    </p:spTree>
    <p:extLst>
      <p:ext uri="{BB962C8B-B14F-4D97-AF65-F5344CB8AC3E}">
        <p14:creationId xmlns:p14="http://schemas.microsoft.com/office/powerpoint/2010/main" val="53340760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3E04D-620F-0165-7A47-9EC8CAE276CB}"/>
              </a:ext>
            </a:extLst>
          </p:cNvPr>
          <p:cNvSpPr>
            <a:spLocks noGrp="1"/>
          </p:cNvSpPr>
          <p:nvPr>
            <p:ph idx="1"/>
          </p:nvPr>
        </p:nvSpPr>
        <p:spPr>
          <a:xfrm>
            <a:off x="120316" y="120316"/>
            <a:ext cx="11951368" cy="6737684"/>
          </a:xfrm>
        </p:spPr>
        <p:txBody>
          <a:bodyPr>
            <a:normAutofit fontScale="92500" lnSpcReduction="10000"/>
          </a:bodyPr>
          <a:lstStyle/>
          <a:p>
            <a:r>
              <a:rPr lang="en-IN" sz="1800" b="1" u="sng" dirty="0"/>
              <a:t>Potential routes for optimization.</a:t>
            </a:r>
          </a:p>
          <a:p>
            <a:pPr marL="0" indent="0">
              <a:buNone/>
            </a:pPr>
            <a:r>
              <a:rPr lang="en-US" sz="1800" dirty="0"/>
              <a:t>WITH </a:t>
            </a:r>
            <a:r>
              <a:rPr lang="en-US" sz="1800" dirty="0" err="1"/>
              <a:t>Route_Metrics</a:t>
            </a:r>
            <a:r>
              <a:rPr lang="en-US" sz="1800" dirty="0"/>
              <a:t> AS (  </a:t>
            </a:r>
          </a:p>
          <a:p>
            <a:pPr marL="0" indent="0">
              <a:buNone/>
            </a:pPr>
            <a:r>
              <a:rPr lang="en-US" sz="1800" dirty="0"/>
              <a:t>SELECT        </a:t>
            </a:r>
            <a:r>
              <a:rPr lang="en-US" sz="1800" dirty="0" err="1"/>
              <a:t>r.Route_ID</a:t>
            </a:r>
            <a:r>
              <a:rPr lang="en-US" sz="1800" dirty="0"/>
              <a:t>, (</a:t>
            </a:r>
            <a:r>
              <a:rPr lang="en-US" sz="1800" dirty="0" err="1"/>
              <a:t>r.Distance_KM</a:t>
            </a:r>
            <a:r>
              <a:rPr lang="en-US" sz="1800" dirty="0"/>
              <a:t> / NULLIF(</a:t>
            </a:r>
            <a:r>
              <a:rPr lang="en-US" sz="1800" dirty="0" err="1"/>
              <a:t>r.Average_Travel_Time_Min</a:t>
            </a:r>
            <a:r>
              <a:rPr lang="en-US" sz="1800" dirty="0"/>
              <a:t>, 0)) AS </a:t>
            </a:r>
            <a:r>
              <a:rPr lang="en-US" sz="1800" dirty="0" err="1"/>
              <a:t>Efficiency_Ratio</a:t>
            </a:r>
            <a:r>
              <a:rPr lang="en-US" sz="1800" dirty="0"/>
              <a:t> </a:t>
            </a:r>
          </a:p>
          <a:p>
            <a:pPr marL="0" indent="0">
              <a:buNone/>
            </a:pPr>
            <a:r>
              <a:rPr lang="en-US" sz="1800" dirty="0"/>
              <a:t>(SUM(CASE WHEN </a:t>
            </a:r>
            <a:r>
              <a:rPr lang="en-US" sz="1800" dirty="0" err="1"/>
              <a:t>o.Delivery_Status</a:t>
            </a:r>
            <a:r>
              <a:rPr lang="en-US" sz="1800" dirty="0"/>
              <a:t> = 'Delayed' THEN 1 ELSE 0 END) * 100.0 / COUNT(*)) AS </a:t>
            </a:r>
            <a:r>
              <a:rPr lang="en-US" sz="1800" dirty="0" err="1"/>
              <a:t>Delay_Percentage</a:t>
            </a:r>
            <a:endParaRPr lang="en-US" sz="1800" dirty="0"/>
          </a:p>
          <a:p>
            <a:pPr marL="0" indent="0">
              <a:buNone/>
            </a:pPr>
            <a:r>
              <a:rPr lang="en-US" sz="1800" dirty="0"/>
              <a:t>FROM        Routes r    JOIN        Orders o ON </a:t>
            </a:r>
            <a:r>
              <a:rPr lang="en-US" sz="1800" dirty="0" err="1"/>
              <a:t>r.Route_ID</a:t>
            </a:r>
            <a:r>
              <a:rPr lang="en-US" sz="1800" dirty="0"/>
              <a:t> = </a:t>
            </a:r>
            <a:r>
              <a:rPr lang="en-US" sz="1800" dirty="0" err="1"/>
              <a:t>o.Route_ID</a:t>
            </a:r>
            <a:r>
              <a:rPr lang="en-US" sz="1800" dirty="0"/>
              <a:t>    </a:t>
            </a:r>
          </a:p>
          <a:p>
            <a:pPr marL="0" indent="0">
              <a:buNone/>
            </a:pPr>
            <a:r>
              <a:rPr lang="en-US" sz="1800" dirty="0"/>
              <a:t>GROUP BY        </a:t>
            </a:r>
            <a:r>
              <a:rPr lang="en-US" sz="1800" dirty="0" err="1"/>
              <a:t>r.Route_ID</a:t>
            </a:r>
            <a:r>
              <a:rPr lang="en-US" sz="1800" dirty="0"/>
              <a:t>, </a:t>
            </a:r>
            <a:r>
              <a:rPr lang="en-US" sz="1800" dirty="0" err="1"/>
              <a:t>r.Distance_KM</a:t>
            </a:r>
            <a:r>
              <a:rPr lang="en-US" sz="1800" dirty="0"/>
              <a:t>, </a:t>
            </a:r>
            <a:r>
              <a:rPr lang="en-US" sz="1800" dirty="0" err="1"/>
              <a:t>r.Average_Travel_Time_Min</a:t>
            </a:r>
            <a:endParaRPr lang="en-US" sz="1800" dirty="0"/>
          </a:p>
          <a:p>
            <a:pPr marL="0" indent="0">
              <a:buNone/>
            </a:pPr>
            <a:r>
              <a:rPr lang="en-US" sz="1800" dirty="0"/>
              <a:t>)</a:t>
            </a:r>
          </a:p>
          <a:p>
            <a:pPr marL="0" indent="0">
              <a:buNone/>
            </a:pPr>
            <a:r>
              <a:rPr lang="en-US" sz="1800" dirty="0"/>
              <a:t>SELECT    </a:t>
            </a:r>
            <a:r>
              <a:rPr lang="en-US" sz="1800" dirty="0" err="1"/>
              <a:t>Route_ID</a:t>
            </a:r>
            <a:r>
              <a:rPr lang="en-US" sz="1800" dirty="0"/>
              <a:t>, </a:t>
            </a:r>
          </a:p>
          <a:p>
            <a:pPr marL="0" indent="0">
              <a:buNone/>
            </a:pPr>
            <a:r>
              <a:rPr lang="en-US" sz="1800" dirty="0"/>
              <a:t>ROUND(</a:t>
            </a:r>
            <a:r>
              <a:rPr lang="en-US" sz="1800" dirty="0" err="1"/>
              <a:t>Efficiency_Ratio</a:t>
            </a:r>
            <a:r>
              <a:rPr lang="en-US" sz="1800" dirty="0"/>
              <a:t>, 4) AS </a:t>
            </a:r>
            <a:r>
              <a:rPr lang="en-US" sz="1800" dirty="0" err="1"/>
              <a:t>Efficiency_Ratio</a:t>
            </a:r>
            <a:r>
              <a:rPr lang="en-US" sz="1800" dirty="0"/>
              <a:t>,    </a:t>
            </a:r>
          </a:p>
          <a:p>
            <a:pPr marL="0" indent="0">
              <a:buNone/>
            </a:pPr>
            <a:r>
              <a:rPr lang="en-US" sz="1800" dirty="0"/>
              <a:t>ROUND(</a:t>
            </a:r>
            <a:r>
              <a:rPr lang="en-US" sz="1800" dirty="0" err="1"/>
              <a:t>Delay_Percentage</a:t>
            </a:r>
            <a:r>
              <a:rPr lang="en-US" sz="1800" dirty="0"/>
              <a:t>, 2) AS </a:t>
            </a:r>
            <a:r>
              <a:rPr lang="en-US" sz="1800" dirty="0" err="1"/>
              <a:t>Delay_Percentage</a:t>
            </a:r>
            <a:r>
              <a:rPr lang="en-US" sz="1800" dirty="0"/>
              <a:t>,    </a:t>
            </a:r>
          </a:p>
          <a:p>
            <a:pPr marL="0" indent="0">
              <a:buNone/>
            </a:pPr>
            <a:r>
              <a:rPr lang="en-US" sz="1800" dirty="0"/>
              <a:t>'High Priority: Investigate congestion, re-route options, or specific traffic delay causes.’ AS</a:t>
            </a:r>
          </a:p>
          <a:p>
            <a:pPr marL="0" indent="0">
              <a:buNone/>
            </a:pPr>
            <a:r>
              <a:rPr lang="en-US" sz="1800" dirty="0" err="1"/>
              <a:t>Optimization_Recommendation</a:t>
            </a:r>
            <a:endParaRPr lang="en-US" sz="1800" dirty="0"/>
          </a:p>
          <a:p>
            <a:pPr marL="0" indent="0">
              <a:buNone/>
            </a:pPr>
            <a:r>
              <a:rPr lang="en-US" sz="1800" dirty="0"/>
              <a:t>FROM    </a:t>
            </a:r>
            <a:r>
              <a:rPr lang="en-US" sz="1800" dirty="0" err="1"/>
              <a:t>Route_Metrics</a:t>
            </a:r>
            <a:endParaRPr lang="en-US" sz="1800" dirty="0"/>
          </a:p>
          <a:p>
            <a:pPr marL="0" indent="0">
              <a:buNone/>
            </a:pPr>
            <a:r>
              <a:rPr lang="en-US" sz="1800" dirty="0"/>
              <a:t>WHERE </a:t>
            </a:r>
            <a:r>
              <a:rPr lang="en-US" sz="1800" dirty="0" err="1"/>
              <a:t>Delay_Percentage</a:t>
            </a:r>
            <a:r>
              <a:rPr lang="en-US" sz="1800" dirty="0"/>
              <a:t> &gt; 20    </a:t>
            </a:r>
          </a:p>
          <a:p>
            <a:pPr marL="0" indent="0">
              <a:buNone/>
            </a:pPr>
            <a:r>
              <a:rPr lang="en-US" sz="1800" dirty="0"/>
              <a:t>AND    </a:t>
            </a:r>
            <a:r>
              <a:rPr lang="en-US" sz="1800" dirty="0" err="1"/>
              <a:t>Efficiency_Ratio</a:t>
            </a:r>
            <a:r>
              <a:rPr lang="en-US" sz="1800" dirty="0"/>
              <a:t> &lt; (SELECT AVG(</a:t>
            </a:r>
            <a:r>
              <a:rPr lang="en-US" sz="1800" dirty="0" err="1"/>
              <a:t>Efficiency_Ratio</a:t>
            </a:r>
            <a:r>
              <a:rPr lang="en-US" sz="1800" dirty="0"/>
              <a:t>) FROM </a:t>
            </a:r>
            <a:r>
              <a:rPr lang="en-US" sz="1800" dirty="0" err="1"/>
              <a:t>Route_Metrics</a:t>
            </a:r>
            <a:r>
              <a:rPr lang="en-US" sz="1800" dirty="0"/>
              <a:t> WHERE </a:t>
            </a:r>
            <a:r>
              <a:rPr lang="en-US" sz="1800" dirty="0" err="1"/>
              <a:t>Efficiency_Ratio</a:t>
            </a:r>
            <a:r>
              <a:rPr lang="en-US" sz="1800" dirty="0"/>
              <a:t> IS NOT NULL)</a:t>
            </a:r>
          </a:p>
          <a:p>
            <a:pPr marL="0" indent="0">
              <a:buNone/>
            </a:pPr>
            <a:r>
              <a:rPr lang="en-US" sz="1800" dirty="0"/>
              <a:t>ORDER BY    </a:t>
            </a:r>
            <a:r>
              <a:rPr lang="en-US" sz="1800" dirty="0" err="1"/>
              <a:t>Efficiency_Ratio</a:t>
            </a:r>
            <a:r>
              <a:rPr lang="en-US" sz="1800" dirty="0"/>
              <a:t> ASC,    </a:t>
            </a:r>
          </a:p>
          <a:p>
            <a:pPr marL="0" indent="0">
              <a:buNone/>
            </a:pPr>
            <a:r>
              <a:rPr lang="en-US" sz="1800" dirty="0" err="1"/>
              <a:t>Delay_Percentage</a:t>
            </a:r>
            <a:r>
              <a:rPr lang="en-US" sz="1800" dirty="0"/>
              <a:t> DESC; </a:t>
            </a:r>
          </a:p>
          <a:p>
            <a:pPr marL="0" indent="0">
              <a:buNone/>
            </a:pPr>
            <a:endParaRPr lang="en-US" sz="1800" dirty="0"/>
          </a:p>
          <a:p>
            <a:pPr marL="0" indent="0">
              <a:buNone/>
            </a:pPr>
            <a:r>
              <a:rPr lang="en-US" sz="1800" b="1" u="sng" dirty="0"/>
              <a:t>OUTPUT:</a:t>
            </a:r>
          </a:p>
          <a:p>
            <a:pPr marL="0" indent="0">
              <a:buNone/>
            </a:pPr>
            <a:r>
              <a:rPr lang="en-US" sz="1800" u="sng" dirty="0"/>
              <a:t>The</a:t>
            </a:r>
            <a:r>
              <a:rPr lang="en-US" sz="1800" b="1" u="sng" dirty="0"/>
              <a:t> least efficient</a:t>
            </a:r>
            <a:r>
              <a:rPr lang="en-US" sz="1800" u="sng" dirty="0"/>
              <a:t> routes with the </a:t>
            </a:r>
            <a:r>
              <a:rPr lang="en-US" sz="1800" b="1" u="sng" dirty="0"/>
              <a:t>highest delay</a:t>
            </a:r>
            <a:r>
              <a:rPr lang="en-US" sz="1800" u="sng" dirty="0"/>
              <a:t> first, highlighting the most urgent targets for optimization:</a:t>
            </a:r>
            <a:endParaRPr lang="en-IN" sz="1800" u="sng" dirty="0"/>
          </a:p>
        </p:txBody>
      </p:sp>
    </p:spTree>
    <p:extLst>
      <p:ext uri="{BB962C8B-B14F-4D97-AF65-F5344CB8AC3E}">
        <p14:creationId xmlns:p14="http://schemas.microsoft.com/office/powerpoint/2010/main" val="24538764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78F952D-28BF-A050-3470-EAA9D067BAD6}"/>
              </a:ext>
            </a:extLst>
          </p:cNvPr>
          <p:cNvGraphicFramePr>
            <a:graphicFrameLocks noGrp="1"/>
          </p:cNvGraphicFramePr>
          <p:nvPr>
            <p:ph idx="1"/>
            <p:extLst>
              <p:ext uri="{D42A27DB-BD31-4B8C-83A1-F6EECF244321}">
                <p14:modId xmlns:p14="http://schemas.microsoft.com/office/powerpoint/2010/main" val="180980744"/>
              </p:ext>
            </p:extLst>
          </p:nvPr>
        </p:nvGraphicFramePr>
        <p:xfrm>
          <a:off x="0" y="1034716"/>
          <a:ext cx="12192000" cy="11055753"/>
        </p:xfrm>
        <a:graphic>
          <a:graphicData uri="http://schemas.openxmlformats.org/drawingml/2006/table">
            <a:tbl>
              <a:tblPr firstRow="1">
                <a:tableStyleId>{35758FB7-9AC5-4552-8A53-C91805E547FA}</a:tableStyleId>
              </a:tblPr>
              <a:tblGrid>
                <a:gridCol w="3048000">
                  <a:extLst>
                    <a:ext uri="{9D8B030D-6E8A-4147-A177-3AD203B41FA5}">
                      <a16:colId xmlns:a16="http://schemas.microsoft.com/office/drawing/2014/main" val="545839695"/>
                    </a:ext>
                  </a:extLst>
                </a:gridCol>
                <a:gridCol w="3048000">
                  <a:extLst>
                    <a:ext uri="{9D8B030D-6E8A-4147-A177-3AD203B41FA5}">
                      <a16:colId xmlns:a16="http://schemas.microsoft.com/office/drawing/2014/main" val="677601555"/>
                    </a:ext>
                  </a:extLst>
                </a:gridCol>
                <a:gridCol w="3048000">
                  <a:extLst>
                    <a:ext uri="{9D8B030D-6E8A-4147-A177-3AD203B41FA5}">
                      <a16:colId xmlns:a16="http://schemas.microsoft.com/office/drawing/2014/main" val="891791476"/>
                    </a:ext>
                  </a:extLst>
                </a:gridCol>
                <a:gridCol w="3048000">
                  <a:extLst>
                    <a:ext uri="{9D8B030D-6E8A-4147-A177-3AD203B41FA5}">
                      <a16:colId xmlns:a16="http://schemas.microsoft.com/office/drawing/2014/main" val="3413038234"/>
                    </a:ext>
                  </a:extLst>
                </a:gridCol>
              </a:tblGrid>
              <a:tr h="347369">
                <a:tc>
                  <a:txBody>
                    <a:bodyPr/>
                    <a:lstStyle/>
                    <a:p>
                      <a:pPr algn="ctr">
                        <a:buNone/>
                      </a:pPr>
                      <a:r>
                        <a:rPr lang="en-IN" sz="1400" dirty="0" err="1"/>
                        <a:t>Route_ID</a:t>
                      </a:r>
                      <a:endParaRPr lang="en-IN" sz="1400" dirty="0"/>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dirty="0" err="1"/>
                        <a:t>Efficiency_Ratio</a:t>
                      </a:r>
                      <a:endParaRPr lang="en-IN" sz="1400" dirty="0"/>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IN" sz="1400" dirty="0" err="1"/>
                        <a:t>Delay_Percentage</a:t>
                      </a:r>
                      <a:endParaRPr lang="en-IN" sz="1400" dirty="0"/>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400" dirty="0" err="1"/>
                        <a:t>Optimization_Recommendation</a:t>
                      </a:r>
                      <a:endParaRPr lang="en-US" sz="1400" dirty="0"/>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004000148"/>
                  </a:ext>
                </a:extLst>
              </a:tr>
              <a:tr h="668788">
                <a:tc>
                  <a:txBody>
                    <a:bodyPr/>
                    <a:lstStyle/>
                    <a:p>
                      <a:pPr algn="ctr">
                        <a:buNone/>
                      </a:pPr>
                      <a:r>
                        <a:rPr lang="en-IN" sz="1400" dirty="0"/>
                        <a:t>R016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0.1512</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25.00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8603061"/>
                  </a:ext>
                </a:extLst>
              </a:tr>
              <a:tr h="668788">
                <a:tc>
                  <a:txBody>
                    <a:bodyPr/>
                    <a:lstStyle/>
                    <a:p>
                      <a:pPr algn="ctr">
                        <a:buNone/>
                      </a:pPr>
                      <a:r>
                        <a:rPr lang="en-IN" sz="1400"/>
                        <a:t>R006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0.1607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36.36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3971686"/>
                  </a:ext>
                </a:extLst>
              </a:tr>
              <a:tr h="668788">
                <a:tc>
                  <a:txBody>
                    <a:bodyPr/>
                    <a:lstStyle/>
                    <a:p>
                      <a:pPr algn="ctr">
                        <a:buNone/>
                      </a:pPr>
                      <a:r>
                        <a:rPr lang="en-IN" sz="1400"/>
                        <a:t>R008</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0.2437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31.25</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dirty="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870124"/>
                  </a:ext>
                </a:extLst>
              </a:tr>
              <a:tr h="668788">
                <a:tc>
                  <a:txBody>
                    <a:bodyPr/>
                    <a:lstStyle/>
                    <a:p>
                      <a:pPr algn="ctr">
                        <a:buNone/>
                      </a:pPr>
                      <a:r>
                        <a:rPr lang="en-IN" sz="1400"/>
                        <a:t>R007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0.2825</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43.75</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2426169"/>
                  </a:ext>
                </a:extLst>
              </a:tr>
              <a:tr h="668788">
                <a:tc>
                  <a:txBody>
                    <a:bodyPr/>
                    <a:lstStyle/>
                    <a:p>
                      <a:pPr algn="ctr">
                        <a:buNone/>
                      </a:pPr>
                      <a:r>
                        <a:rPr lang="en-IN" sz="1400"/>
                        <a:t>R015</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0.3009</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50.00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565120"/>
                  </a:ext>
                </a:extLst>
              </a:tr>
              <a:tr h="668788">
                <a:tc>
                  <a:txBody>
                    <a:bodyPr/>
                    <a:lstStyle/>
                    <a:p>
                      <a:pPr algn="ctr">
                        <a:buNone/>
                      </a:pPr>
                      <a:r>
                        <a:rPr lang="en-IN" sz="1400"/>
                        <a:t>R017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0.328</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57.14</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1009460"/>
                  </a:ext>
                </a:extLst>
              </a:tr>
              <a:tr h="668788">
                <a:tc>
                  <a:txBody>
                    <a:bodyPr/>
                    <a:lstStyle/>
                    <a:p>
                      <a:pPr algn="ctr">
                        <a:buNone/>
                      </a:pPr>
                      <a:r>
                        <a:rPr lang="en-IN" sz="1400"/>
                        <a:t>R005</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0.3738</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46.67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4441164"/>
                  </a:ext>
                </a:extLst>
              </a:tr>
              <a:tr h="668788">
                <a:tc>
                  <a:txBody>
                    <a:bodyPr/>
                    <a:lstStyle/>
                    <a:p>
                      <a:pPr algn="ctr">
                        <a:buNone/>
                      </a:pPr>
                      <a:r>
                        <a:rPr lang="en-IN" sz="1400"/>
                        <a:t>R018</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0.5366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40.00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334342"/>
                  </a:ext>
                </a:extLst>
              </a:tr>
              <a:tr h="668788">
                <a:tc>
                  <a:txBody>
                    <a:bodyPr/>
                    <a:lstStyle/>
                    <a:p>
                      <a:pPr algn="ctr">
                        <a:buNone/>
                      </a:pPr>
                      <a:r>
                        <a:rPr lang="en-IN" sz="1400"/>
                        <a:t>R020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0.5503</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70.59</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036491"/>
                  </a:ext>
                </a:extLst>
              </a:tr>
              <a:tr h="668788">
                <a:tc>
                  <a:txBody>
                    <a:bodyPr/>
                    <a:lstStyle/>
                    <a:p>
                      <a:pPr algn="ctr">
                        <a:buNone/>
                      </a:pPr>
                      <a:r>
                        <a:rPr lang="en-IN" sz="1400"/>
                        <a:t>R003</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0.5816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40.00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068126"/>
                  </a:ext>
                </a:extLst>
              </a:tr>
              <a:tr h="668788">
                <a:tc>
                  <a:txBody>
                    <a:bodyPr/>
                    <a:lstStyle/>
                    <a:p>
                      <a:pPr algn="ctr">
                        <a:buNone/>
                      </a:pPr>
                      <a:r>
                        <a:rPr lang="en-IN" sz="1400"/>
                        <a:t>R009</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0.6048</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37.50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5062398"/>
                  </a:ext>
                </a:extLst>
              </a:tr>
              <a:tr h="668788">
                <a:tc>
                  <a:txBody>
                    <a:bodyPr/>
                    <a:lstStyle/>
                    <a:p>
                      <a:pPr algn="ctr">
                        <a:buNone/>
                      </a:pPr>
                      <a:r>
                        <a:rPr lang="en-IN" sz="1400"/>
                        <a:t>R001</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0.6137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40.00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8310404"/>
                  </a:ext>
                </a:extLst>
              </a:tr>
              <a:tr h="668788">
                <a:tc>
                  <a:txBody>
                    <a:bodyPr/>
                    <a:lstStyle/>
                    <a:p>
                      <a:pPr algn="ctr">
                        <a:buNone/>
                      </a:pPr>
                      <a:r>
                        <a:rPr lang="en-IN" sz="1400"/>
                        <a:t>R010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0.6686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45.00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833036"/>
                  </a:ext>
                </a:extLst>
              </a:tr>
              <a:tr h="668788">
                <a:tc>
                  <a:txBody>
                    <a:bodyPr/>
                    <a:lstStyle/>
                    <a:p>
                      <a:pPr algn="ctr">
                        <a:buNone/>
                      </a:pPr>
                      <a:r>
                        <a:rPr lang="en-IN" sz="1400"/>
                        <a:t>R012</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0.9036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66.67</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4598269"/>
                  </a:ext>
                </a:extLst>
              </a:tr>
              <a:tr h="668788">
                <a:tc>
                  <a:txBody>
                    <a:bodyPr/>
                    <a:lstStyle/>
                    <a:p>
                      <a:pPr algn="ctr">
                        <a:buNone/>
                      </a:pPr>
                      <a:r>
                        <a:rPr lang="en-IN" sz="1400"/>
                        <a:t>R013</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0.9325</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52.94</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431797"/>
                  </a:ext>
                </a:extLst>
              </a:tr>
              <a:tr h="668788">
                <a:tc>
                  <a:txBody>
                    <a:bodyPr/>
                    <a:lstStyle/>
                    <a:p>
                      <a:pPr algn="ctr">
                        <a:buNone/>
                      </a:pPr>
                      <a:r>
                        <a:rPr lang="en-IN" sz="1400"/>
                        <a:t>R011</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t>0.9556</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a:t>45.00</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dirty="0"/>
                        <a:t>High Priority: Investigate congestion, re-route options, or specific traffic delay causes.</a:t>
                      </a:r>
                    </a:p>
                  </a:txBody>
                  <a:tcPr marL="29193" marR="29193" marT="14597" marB="145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581732"/>
                  </a:ext>
                </a:extLst>
              </a:tr>
            </a:tbl>
          </a:graphicData>
        </a:graphic>
      </p:graphicFrame>
    </p:spTree>
    <p:extLst>
      <p:ext uri="{BB962C8B-B14F-4D97-AF65-F5344CB8AC3E}">
        <p14:creationId xmlns:p14="http://schemas.microsoft.com/office/powerpoint/2010/main" val="359274931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7AD8-A310-B585-C1DA-9B21BBE090BE}"/>
              </a:ext>
            </a:extLst>
          </p:cNvPr>
          <p:cNvSpPr>
            <a:spLocks noGrp="1"/>
          </p:cNvSpPr>
          <p:nvPr>
            <p:ph type="title"/>
          </p:nvPr>
        </p:nvSpPr>
        <p:spPr>
          <a:xfrm>
            <a:off x="0" y="-112373"/>
            <a:ext cx="10515600" cy="1325563"/>
          </a:xfrm>
        </p:spPr>
        <p:txBody>
          <a:bodyPr/>
          <a:lstStyle/>
          <a:p>
            <a:r>
              <a:rPr lang="en-US" b="1" dirty="0"/>
              <a:t>Task 4(Warehouse Performance)</a:t>
            </a:r>
            <a:endParaRPr lang="en-IN" b="1" dirty="0"/>
          </a:p>
        </p:txBody>
      </p:sp>
      <p:sp>
        <p:nvSpPr>
          <p:cNvPr id="3" name="Content Placeholder 2">
            <a:extLst>
              <a:ext uri="{FF2B5EF4-FFF2-40B4-BE49-F238E27FC236}">
                <a16:creationId xmlns:a16="http://schemas.microsoft.com/office/drawing/2014/main" id="{80089804-0473-D966-61A6-D1FE86C43365}"/>
              </a:ext>
            </a:extLst>
          </p:cNvPr>
          <p:cNvSpPr>
            <a:spLocks noGrp="1"/>
          </p:cNvSpPr>
          <p:nvPr>
            <p:ph idx="1"/>
          </p:nvPr>
        </p:nvSpPr>
        <p:spPr>
          <a:xfrm>
            <a:off x="0" y="1055076"/>
            <a:ext cx="12192000" cy="5802923"/>
          </a:xfrm>
        </p:spPr>
        <p:txBody>
          <a:bodyPr>
            <a:normAutofit/>
          </a:bodyPr>
          <a:lstStyle/>
          <a:p>
            <a:r>
              <a:rPr lang="en-US" sz="1800" b="1" u="sng" dirty="0"/>
              <a:t>The top 3 warehouses with the highest average processing time.</a:t>
            </a:r>
          </a:p>
          <a:p>
            <a:pPr marL="0" indent="0">
              <a:buNone/>
            </a:pPr>
            <a:r>
              <a:rPr lang="en-US" sz="1800" dirty="0"/>
              <a:t>SELECT </a:t>
            </a:r>
            <a:r>
              <a:rPr lang="en-US" sz="1800" dirty="0" err="1"/>
              <a:t>Warehouse_ID</a:t>
            </a:r>
            <a:r>
              <a:rPr lang="en-US" sz="1800" dirty="0"/>
              <a:t>, Location, </a:t>
            </a:r>
            <a:r>
              <a:rPr lang="en-US" sz="1800" dirty="0" err="1"/>
              <a:t>Processing_Time_Min</a:t>
            </a:r>
            <a:endParaRPr lang="en-US" sz="1800" dirty="0"/>
          </a:p>
          <a:p>
            <a:pPr marL="0" indent="0">
              <a:buNone/>
            </a:pPr>
            <a:r>
              <a:rPr lang="en-US" sz="1800" dirty="0"/>
              <a:t>FROM warehouses</a:t>
            </a:r>
          </a:p>
          <a:p>
            <a:pPr marL="0" indent="0">
              <a:buNone/>
            </a:pPr>
            <a:r>
              <a:rPr lang="en-US" sz="1800" dirty="0"/>
              <a:t>ORDER BY </a:t>
            </a:r>
            <a:r>
              <a:rPr lang="en-US" sz="1800" dirty="0" err="1"/>
              <a:t>Processing_Time_Min</a:t>
            </a:r>
            <a:r>
              <a:rPr lang="en-US" sz="1800" dirty="0"/>
              <a:t> DESC LIMIT 3;</a:t>
            </a:r>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EE6D75C3-960C-78CB-73EA-4F3350DD6AD9}"/>
              </a:ext>
            </a:extLst>
          </p:cNvPr>
          <p:cNvGraphicFramePr>
            <a:graphicFrameLocks noGrp="1"/>
          </p:cNvGraphicFramePr>
          <p:nvPr>
            <p:extLst>
              <p:ext uri="{D42A27DB-BD31-4B8C-83A1-F6EECF244321}">
                <p14:modId xmlns:p14="http://schemas.microsoft.com/office/powerpoint/2010/main" val="94313791"/>
              </p:ext>
            </p:extLst>
          </p:nvPr>
        </p:nvGraphicFramePr>
        <p:xfrm>
          <a:off x="100484" y="3452653"/>
          <a:ext cx="11535507" cy="3387092"/>
        </p:xfrm>
        <a:graphic>
          <a:graphicData uri="http://schemas.openxmlformats.org/drawingml/2006/table">
            <a:tbl>
              <a:tblPr firstRow="1">
                <a:tableStyleId>{284E427A-3D55-4303-BF80-6455036E1DE7}</a:tableStyleId>
              </a:tblPr>
              <a:tblGrid>
                <a:gridCol w="3845169">
                  <a:extLst>
                    <a:ext uri="{9D8B030D-6E8A-4147-A177-3AD203B41FA5}">
                      <a16:colId xmlns:a16="http://schemas.microsoft.com/office/drawing/2014/main" val="2493380397"/>
                    </a:ext>
                  </a:extLst>
                </a:gridCol>
                <a:gridCol w="3845169">
                  <a:extLst>
                    <a:ext uri="{9D8B030D-6E8A-4147-A177-3AD203B41FA5}">
                      <a16:colId xmlns:a16="http://schemas.microsoft.com/office/drawing/2014/main" val="1732656924"/>
                    </a:ext>
                  </a:extLst>
                </a:gridCol>
                <a:gridCol w="3845169">
                  <a:extLst>
                    <a:ext uri="{9D8B030D-6E8A-4147-A177-3AD203B41FA5}">
                      <a16:colId xmlns:a16="http://schemas.microsoft.com/office/drawing/2014/main" val="602337156"/>
                    </a:ext>
                  </a:extLst>
                </a:gridCol>
              </a:tblGrid>
              <a:tr h="846773">
                <a:tc>
                  <a:txBody>
                    <a:bodyPr/>
                    <a:lstStyle/>
                    <a:p>
                      <a:pPr algn="ctr">
                        <a:buNone/>
                      </a:pPr>
                      <a:r>
                        <a:rPr lang="en-US" dirty="0" err="1"/>
                        <a:t>Warehouse_ID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US" dirty="0"/>
                        <a:t>Location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US" dirty="0" err="1"/>
                        <a:t>Processing_Time_Min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330211699"/>
                  </a:ext>
                </a:extLst>
              </a:tr>
              <a:tr h="846773">
                <a:tc>
                  <a:txBody>
                    <a:bodyPr/>
                    <a:lstStyle/>
                    <a:p>
                      <a:pPr algn="ctr">
                        <a:buNone/>
                      </a:pPr>
                      <a:r>
                        <a:rPr lang="en-IN"/>
                        <a:t>W010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Davidshire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171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2657292"/>
                  </a:ext>
                </a:extLst>
              </a:tr>
              <a:tr h="846773">
                <a:tc>
                  <a:txBody>
                    <a:bodyPr/>
                    <a:lstStyle/>
                    <a:p>
                      <a:pPr algn="ctr">
                        <a:buNone/>
                      </a:pPr>
                      <a:r>
                        <a:rPr lang="en-IN"/>
                        <a:t>W009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New Crystalborough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932918"/>
                  </a:ext>
                </a:extLst>
              </a:tr>
              <a:tr h="846773">
                <a:tc>
                  <a:txBody>
                    <a:bodyPr/>
                    <a:lstStyle/>
                    <a:p>
                      <a:pPr algn="ctr">
                        <a:buNone/>
                      </a:pPr>
                      <a:r>
                        <a:rPr lang="en-IN"/>
                        <a:t>W007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Port Juliachester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166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19197"/>
                  </a:ext>
                </a:extLst>
              </a:tr>
            </a:tbl>
          </a:graphicData>
        </a:graphic>
      </p:graphicFrame>
    </p:spTree>
    <p:extLst>
      <p:ext uri="{BB962C8B-B14F-4D97-AF65-F5344CB8AC3E}">
        <p14:creationId xmlns:p14="http://schemas.microsoft.com/office/powerpoint/2010/main" val="32551418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97E771-D1B2-D8E7-B962-A635A2A6D7CF}"/>
              </a:ext>
            </a:extLst>
          </p:cNvPr>
          <p:cNvSpPr>
            <a:spLocks noGrp="1"/>
          </p:cNvSpPr>
          <p:nvPr>
            <p:ph idx="1"/>
          </p:nvPr>
        </p:nvSpPr>
        <p:spPr>
          <a:xfrm>
            <a:off x="0" y="90434"/>
            <a:ext cx="12192000" cy="6767565"/>
          </a:xfrm>
        </p:spPr>
        <p:txBody>
          <a:bodyPr>
            <a:normAutofit/>
          </a:bodyPr>
          <a:lstStyle/>
          <a:p>
            <a:r>
              <a:rPr lang="en-US" sz="1800" b="1" u="sng" dirty="0"/>
              <a:t>Total vs. delayed shipments for each warehouse.</a:t>
            </a:r>
          </a:p>
          <a:p>
            <a:pPr marL="0" indent="0">
              <a:buNone/>
            </a:pPr>
            <a:r>
              <a:rPr lang="en-US" sz="1800" dirty="0"/>
              <a:t>SELECT </a:t>
            </a:r>
            <a:r>
              <a:rPr lang="en-US" sz="1800" dirty="0" err="1"/>
              <a:t>Warehouse_ID</a:t>
            </a:r>
            <a:r>
              <a:rPr lang="en-US" sz="1800" dirty="0"/>
              <a:t>, COUNT(*) AS </a:t>
            </a:r>
            <a:r>
              <a:rPr lang="en-US" sz="1800" dirty="0" err="1"/>
              <a:t>TotalOrders</a:t>
            </a:r>
            <a:r>
              <a:rPr lang="en-US" sz="1800" dirty="0"/>
              <a:t>,</a:t>
            </a:r>
          </a:p>
          <a:p>
            <a:pPr marL="0" indent="0">
              <a:buNone/>
            </a:pPr>
            <a:r>
              <a:rPr lang="en-US" sz="1800" dirty="0"/>
              <a:t>SUM(CASE WHEN </a:t>
            </a:r>
            <a:r>
              <a:rPr lang="en-US" sz="1800" dirty="0" err="1"/>
              <a:t>Delivery_Status</a:t>
            </a:r>
            <a:r>
              <a:rPr lang="en-US" sz="1800" dirty="0"/>
              <a:t> = 'Delayed' THEN 1 ELSE 0 END) AS </a:t>
            </a:r>
            <a:r>
              <a:rPr lang="en-US" sz="1800" dirty="0" err="1"/>
              <a:t>DelayedOrders</a:t>
            </a:r>
            <a:r>
              <a:rPr lang="en-US" sz="1800" dirty="0"/>
              <a:t>,</a:t>
            </a:r>
          </a:p>
          <a:p>
            <a:pPr marL="0" indent="0">
              <a:buNone/>
            </a:pPr>
            <a:r>
              <a:rPr lang="en-US" sz="1800" dirty="0"/>
              <a:t>ROUND(SUM(CASE WHEN </a:t>
            </a:r>
            <a:r>
              <a:rPr lang="en-US" sz="1800" dirty="0" err="1"/>
              <a:t>Delivery_Status</a:t>
            </a:r>
            <a:r>
              <a:rPr lang="en-US" sz="1800" dirty="0"/>
              <a:t> = 'Delayed' THEN 1 ELSE 0 END)/COUNT(*)*100,2) AS </a:t>
            </a:r>
            <a:r>
              <a:rPr lang="en-US" sz="1800" dirty="0" err="1"/>
              <a:t>DelayPercent</a:t>
            </a:r>
            <a:endParaRPr lang="en-US" sz="1800" dirty="0"/>
          </a:p>
          <a:p>
            <a:pPr marL="0" indent="0">
              <a:buNone/>
            </a:pPr>
            <a:r>
              <a:rPr lang="en-US" sz="1800" dirty="0"/>
              <a:t>FROM Orders</a:t>
            </a:r>
          </a:p>
          <a:p>
            <a:pPr marL="0" indent="0">
              <a:buNone/>
            </a:pPr>
            <a:r>
              <a:rPr lang="en-US" sz="1800" dirty="0"/>
              <a:t>GROUP BY </a:t>
            </a:r>
            <a:r>
              <a:rPr lang="en-US" sz="1800" dirty="0" err="1"/>
              <a:t>Warehouse_ID</a:t>
            </a:r>
            <a:endParaRPr lang="en-US" sz="1800" dirty="0"/>
          </a:p>
          <a:p>
            <a:pPr marL="0" indent="0">
              <a:buNone/>
            </a:pPr>
            <a:r>
              <a:rPr lang="en-US" sz="1800" dirty="0"/>
              <a:t>ORDER BY </a:t>
            </a:r>
            <a:r>
              <a:rPr lang="en-US" sz="1800" dirty="0" err="1"/>
              <a:t>DelayPercent</a:t>
            </a:r>
            <a:r>
              <a:rPr lang="en-US" sz="1800" dirty="0"/>
              <a:t> DESC;</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C2456D8B-5AA3-1BE8-EA7D-5D81352D2837}"/>
              </a:ext>
            </a:extLst>
          </p:cNvPr>
          <p:cNvGraphicFramePr>
            <a:graphicFrameLocks noGrp="1"/>
          </p:cNvGraphicFramePr>
          <p:nvPr>
            <p:extLst>
              <p:ext uri="{D42A27DB-BD31-4B8C-83A1-F6EECF244321}">
                <p14:modId xmlns:p14="http://schemas.microsoft.com/office/powerpoint/2010/main" val="2875095052"/>
              </p:ext>
            </p:extLst>
          </p:nvPr>
        </p:nvGraphicFramePr>
        <p:xfrm>
          <a:off x="968828" y="3579263"/>
          <a:ext cx="10515600" cy="4023360"/>
        </p:xfrm>
        <a:graphic>
          <a:graphicData uri="http://schemas.openxmlformats.org/drawingml/2006/table">
            <a:tbl>
              <a:tblPr firstRow="1">
                <a:tableStyleId>{08FB837D-C827-4EFA-A057-4D05807E0F7C}</a:tableStyleId>
              </a:tblPr>
              <a:tblGrid>
                <a:gridCol w="2628900">
                  <a:extLst>
                    <a:ext uri="{9D8B030D-6E8A-4147-A177-3AD203B41FA5}">
                      <a16:colId xmlns:a16="http://schemas.microsoft.com/office/drawing/2014/main" val="2090796470"/>
                    </a:ext>
                  </a:extLst>
                </a:gridCol>
                <a:gridCol w="2628900">
                  <a:extLst>
                    <a:ext uri="{9D8B030D-6E8A-4147-A177-3AD203B41FA5}">
                      <a16:colId xmlns:a16="http://schemas.microsoft.com/office/drawing/2014/main" val="260252523"/>
                    </a:ext>
                  </a:extLst>
                </a:gridCol>
                <a:gridCol w="2628900">
                  <a:extLst>
                    <a:ext uri="{9D8B030D-6E8A-4147-A177-3AD203B41FA5}">
                      <a16:colId xmlns:a16="http://schemas.microsoft.com/office/drawing/2014/main" val="2853145405"/>
                    </a:ext>
                  </a:extLst>
                </a:gridCol>
                <a:gridCol w="2628900">
                  <a:extLst>
                    <a:ext uri="{9D8B030D-6E8A-4147-A177-3AD203B41FA5}">
                      <a16:colId xmlns:a16="http://schemas.microsoft.com/office/drawing/2014/main" val="122557616"/>
                    </a:ext>
                  </a:extLst>
                </a:gridCol>
              </a:tblGrid>
              <a:tr h="0">
                <a:tc>
                  <a:txBody>
                    <a:bodyPr/>
                    <a:lstStyle/>
                    <a:p>
                      <a:pPr algn="ctr">
                        <a:buNone/>
                      </a:pPr>
                      <a:r>
                        <a:rPr lang="en-US" b="1" u="sng" dirty="0" err="1"/>
                        <a:t>Warehouse_ID</a:t>
                      </a:r>
                      <a:endParaRPr lang="en-IN"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6900"/>
                    </a:solidFill>
                  </a:tcPr>
                </a:tc>
                <a:tc>
                  <a:txBody>
                    <a:bodyPr/>
                    <a:lstStyle/>
                    <a:p>
                      <a:pPr algn="ctr">
                        <a:buNone/>
                      </a:pPr>
                      <a:r>
                        <a:rPr lang="en-US" b="1" u="sng" dirty="0" err="1"/>
                        <a:t>TotalOrders</a:t>
                      </a:r>
                      <a:endParaRPr lang="en-IN"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6900"/>
                    </a:solidFill>
                  </a:tcPr>
                </a:tc>
                <a:tc>
                  <a:txBody>
                    <a:bodyPr/>
                    <a:lstStyle/>
                    <a:p>
                      <a:pPr algn="ctr">
                        <a:buNone/>
                      </a:pPr>
                      <a:r>
                        <a:rPr lang="en-US" b="1" u="sng" dirty="0" err="1"/>
                        <a:t>DelayedOrders</a:t>
                      </a:r>
                      <a:endParaRPr lang="en-IN"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6900"/>
                    </a:solidFill>
                  </a:tcPr>
                </a:tc>
                <a:tc>
                  <a:txBody>
                    <a:bodyPr/>
                    <a:lstStyle/>
                    <a:p>
                      <a:pPr algn="ctr">
                        <a:buNone/>
                      </a:pPr>
                      <a:r>
                        <a:rPr lang="en-US" b="1" u="sng" dirty="0" err="1"/>
                        <a:t>DelayPercent</a:t>
                      </a:r>
                      <a:endParaRPr lang="en-IN"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6900"/>
                    </a:solidFill>
                  </a:tcPr>
                </a:tc>
                <a:extLst>
                  <a:ext uri="{0D108BD9-81ED-4DB2-BD59-A6C34878D82A}">
                    <a16:rowId xmlns:a16="http://schemas.microsoft.com/office/drawing/2014/main" val="4049044891"/>
                  </a:ext>
                </a:extLst>
              </a:tr>
              <a:tr h="0">
                <a:tc>
                  <a:txBody>
                    <a:bodyPr/>
                    <a:lstStyle/>
                    <a:p>
                      <a:pPr algn="ctr">
                        <a:buNone/>
                      </a:pPr>
                      <a:r>
                        <a:rPr lang="en-IN"/>
                        <a:t>W010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66.67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6530089"/>
                  </a:ext>
                </a:extLst>
              </a:tr>
              <a:tr h="0">
                <a:tc>
                  <a:txBody>
                    <a:bodyPr/>
                    <a:lstStyle/>
                    <a:p>
                      <a:pPr algn="ctr">
                        <a:buNone/>
                      </a:pPr>
                      <a:r>
                        <a:rPr lang="en-IN"/>
                        <a:t>W003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56.52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8801"/>
                  </a:ext>
                </a:extLst>
              </a:tr>
              <a:tr h="0">
                <a:tc>
                  <a:txBody>
                    <a:bodyPr/>
                    <a:lstStyle/>
                    <a:p>
                      <a:pPr algn="ctr">
                        <a:buNone/>
                      </a:pPr>
                      <a:r>
                        <a:rPr lang="en-IN"/>
                        <a:t>W005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56.00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7210242"/>
                  </a:ext>
                </a:extLst>
              </a:tr>
              <a:tr h="0">
                <a:tc>
                  <a:txBody>
                    <a:bodyPr/>
                    <a:lstStyle/>
                    <a:p>
                      <a:pPr algn="ctr">
                        <a:buNone/>
                      </a:pPr>
                      <a:r>
                        <a:rPr lang="en-IN"/>
                        <a:t>W001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52.94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4443592"/>
                  </a:ext>
                </a:extLst>
              </a:tr>
              <a:tr h="0">
                <a:tc>
                  <a:txBody>
                    <a:bodyPr/>
                    <a:lstStyle/>
                    <a:p>
                      <a:pPr algn="ctr">
                        <a:buNone/>
                      </a:pPr>
                      <a:r>
                        <a:rPr lang="en-IN"/>
                        <a:t>W007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39.47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2351313"/>
                  </a:ext>
                </a:extLst>
              </a:tr>
              <a:tr h="0">
                <a:tc>
                  <a:txBody>
                    <a:bodyPr/>
                    <a:lstStyle/>
                    <a:p>
                      <a:pPr algn="ctr">
                        <a:buNone/>
                      </a:pPr>
                      <a:r>
                        <a:rPr lang="en-IN"/>
                        <a:t>W009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39.39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5800752"/>
                  </a:ext>
                </a:extLst>
              </a:tr>
              <a:tr h="0">
                <a:tc>
                  <a:txBody>
                    <a:bodyPr/>
                    <a:lstStyle/>
                    <a:p>
                      <a:pPr algn="ctr">
                        <a:buNone/>
                      </a:pPr>
                      <a:r>
                        <a:rPr lang="en-IN"/>
                        <a:t>W004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38.71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2724384"/>
                  </a:ext>
                </a:extLst>
              </a:tr>
              <a:tr h="0">
                <a:tc>
                  <a:txBody>
                    <a:bodyPr/>
                    <a:lstStyle/>
                    <a:p>
                      <a:pPr algn="ctr">
                        <a:buNone/>
                      </a:pPr>
                      <a:r>
                        <a:rPr lang="en-IN"/>
                        <a:t>W002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35.71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524800"/>
                  </a:ext>
                </a:extLst>
              </a:tr>
              <a:tr h="0">
                <a:tc>
                  <a:txBody>
                    <a:bodyPr/>
                    <a:lstStyle/>
                    <a:p>
                      <a:pPr algn="ctr">
                        <a:buNone/>
                      </a:pPr>
                      <a:r>
                        <a:rPr lang="en-IN"/>
                        <a:t>W006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32.43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497229"/>
                  </a:ext>
                </a:extLst>
              </a:tr>
              <a:tr h="0">
                <a:tc>
                  <a:txBody>
                    <a:bodyPr/>
                    <a:lstStyle/>
                    <a:p>
                      <a:pPr algn="ctr">
                        <a:buNone/>
                      </a:pPr>
                      <a:r>
                        <a:rPr lang="en-IN"/>
                        <a:t>W008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23.81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889125"/>
                  </a:ext>
                </a:extLst>
              </a:tr>
            </a:tbl>
          </a:graphicData>
        </a:graphic>
      </p:graphicFrame>
    </p:spTree>
    <p:extLst>
      <p:ext uri="{BB962C8B-B14F-4D97-AF65-F5344CB8AC3E}">
        <p14:creationId xmlns:p14="http://schemas.microsoft.com/office/powerpoint/2010/main" val="9747047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A2D4E-C8CB-1458-31BC-100E5DCBE77E}"/>
              </a:ext>
            </a:extLst>
          </p:cNvPr>
          <p:cNvSpPr>
            <a:spLocks noGrp="1"/>
          </p:cNvSpPr>
          <p:nvPr>
            <p:ph idx="1"/>
          </p:nvPr>
        </p:nvSpPr>
        <p:spPr>
          <a:xfrm>
            <a:off x="0" y="110532"/>
            <a:ext cx="12192000" cy="6631912"/>
          </a:xfrm>
        </p:spPr>
        <p:txBody>
          <a:bodyPr>
            <a:normAutofit/>
          </a:bodyPr>
          <a:lstStyle/>
          <a:p>
            <a:r>
              <a:rPr lang="en-US" sz="1800" b="1" u="sng" dirty="0"/>
              <a:t>CTEs to find bottleneck warehouses where processing time &gt; global average.</a:t>
            </a:r>
          </a:p>
          <a:p>
            <a:pPr marL="0" indent="0">
              <a:buNone/>
            </a:pPr>
            <a:r>
              <a:rPr lang="en-IN" sz="1800" dirty="0"/>
              <a:t>WITH </a:t>
            </a:r>
            <a:r>
              <a:rPr lang="en-IN" sz="1800" dirty="0" err="1"/>
              <a:t>global_avg</a:t>
            </a:r>
            <a:r>
              <a:rPr lang="en-IN" sz="1800" dirty="0"/>
              <a:t> AS(</a:t>
            </a:r>
          </a:p>
          <a:p>
            <a:pPr marL="0" indent="0">
              <a:buNone/>
            </a:pPr>
            <a:r>
              <a:rPr lang="en-IN" sz="1800" dirty="0"/>
              <a:t>SELECT AVG(</a:t>
            </a:r>
            <a:r>
              <a:rPr lang="en-IN" sz="1800" dirty="0" err="1"/>
              <a:t>Processing_Time_Min</a:t>
            </a:r>
            <a:r>
              <a:rPr lang="en-IN" sz="1800" dirty="0"/>
              <a:t>) AS </a:t>
            </a:r>
            <a:r>
              <a:rPr lang="en-IN" sz="1800" dirty="0" err="1"/>
              <a:t>GlobalAvg</a:t>
            </a:r>
            <a:r>
              <a:rPr lang="en-IN" sz="1800" dirty="0"/>
              <a:t> FROM warehouses</a:t>
            </a:r>
          </a:p>
          <a:p>
            <a:pPr marL="0" indent="0">
              <a:buNone/>
            </a:pPr>
            <a:r>
              <a:rPr lang="en-IN" sz="1800" dirty="0"/>
              <a:t>)</a:t>
            </a:r>
          </a:p>
          <a:p>
            <a:pPr marL="0" indent="0">
              <a:buNone/>
            </a:pPr>
            <a:r>
              <a:rPr lang="en-IN" sz="1800" dirty="0"/>
              <a:t>SELECT </a:t>
            </a:r>
            <a:r>
              <a:rPr lang="en-IN" sz="1800" dirty="0" err="1"/>
              <a:t>w.Warehouse_ID</a:t>
            </a:r>
            <a:r>
              <a:rPr lang="en-IN" sz="1800" dirty="0"/>
              <a:t>, </a:t>
            </a:r>
            <a:r>
              <a:rPr lang="en-IN" sz="1800" dirty="0" err="1"/>
              <a:t>w.Location</a:t>
            </a:r>
            <a:r>
              <a:rPr lang="en-IN" sz="1800" dirty="0"/>
              <a:t>,</a:t>
            </a:r>
          </a:p>
          <a:p>
            <a:pPr marL="0" indent="0">
              <a:buNone/>
            </a:pPr>
            <a:r>
              <a:rPr lang="en-IN" sz="1800" dirty="0" err="1"/>
              <a:t>w.Processing_Time_Min</a:t>
            </a:r>
            <a:r>
              <a:rPr lang="en-IN" sz="1800" dirty="0"/>
              <a:t>, </a:t>
            </a:r>
            <a:r>
              <a:rPr lang="en-IN" sz="1800" dirty="0" err="1"/>
              <a:t>ga.GlobalAvg</a:t>
            </a:r>
            <a:endParaRPr lang="en-IN" sz="1800" dirty="0"/>
          </a:p>
          <a:p>
            <a:pPr marL="0" indent="0">
              <a:buNone/>
            </a:pPr>
            <a:r>
              <a:rPr lang="en-IN" sz="1800" dirty="0"/>
              <a:t>FROM Warehouses w</a:t>
            </a:r>
          </a:p>
          <a:p>
            <a:pPr marL="0" indent="0">
              <a:buNone/>
            </a:pPr>
            <a:r>
              <a:rPr lang="en-IN" sz="1800" dirty="0"/>
              <a:t>CROSS JOIN </a:t>
            </a:r>
            <a:r>
              <a:rPr lang="en-IN" sz="1800" dirty="0" err="1"/>
              <a:t>global_avg</a:t>
            </a:r>
            <a:r>
              <a:rPr lang="en-IN" sz="1800" dirty="0"/>
              <a:t> ga</a:t>
            </a:r>
          </a:p>
          <a:p>
            <a:pPr marL="0" indent="0">
              <a:buNone/>
            </a:pPr>
            <a:r>
              <a:rPr lang="en-IN" sz="1800" dirty="0"/>
              <a:t>WHERE </a:t>
            </a:r>
            <a:r>
              <a:rPr lang="en-IN" sz="1800" dirty="0" err="1"/>
              <a:t>w.Processing_Time_Min</a:t>
            </a:r>
            <a:r>
              <a:rPr lang="en-IN" sz="1800" dirty="0"/>
              <a:t> &gt; </a:t>
            </a:r>
            <a:r>
              <a:rPr lang="en-IN" sz="1800" dirty="0" err="1"/>
              <a:t>ga.GlobalAvg</a:t>
            </a:r>
            <a:r>
              <a:rPr lang="en-IN" sz="1800" dirty="0"/>
              <a:t>;</a:t>
            </a:r>
          </a:p>
          <a:p>
            <a:pPr marL="0" indent="0">
              <a:buNone/>
            </a:pPr>
            <a:endParaRPr lang="en-IN" sz="1800" dirty="0"/>
          </a:p>
          <a:p>
            <a:pPr marL="0" indent="0">
              <a:buNone/>
            </a:pPr>
            <a:r>
              <a:rPr lang="en-IN"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380C330E-2F95-BF23-E16C-BBC2D59832DC}"/>
              </a:ext>
            </a:extLst>
          </p:cNvPr>
          <p:cNvGraphicFramePr>
            <a:graphicFrameLocks noGrp="1"/>
          </p:cNvGraphicFramePr>
          <p:nvPr>
            <p:extLst>
              <p:ext uri="{D42A27DB-BD31-4B8C-83A1-F6EECF244321}">
                <p14:modId xmlns:p14="http://schemas.microsoft.com/office/powerpoint/2010/main" val="664746870"/>
              </p:ext>
            </p:extLst>
          </p:nvPr>
        </p:nvGraphicFramePr>
        <p:xfrm>
          <a:off x="838200" y="4513760"/>
          <a:ext cx="10515600" cy="2194560"/>
        </p:xfrm>
        <a:graphic>
          <a:graphicData uri="http://schemas.openxmlformats.org/drawingml/2006/table">
            <a:tbl>
              <a:tblPr firstRow="1">
                <a:tableStyleId>{69C7853C-536D-4A76-A0AE-DD22124D55A5}</a:tableStyleId>
              </a:tblPr>
              <a:tblGrid>
                <a:gridCol w="2628900">
                  <a:extLst>
                    <a:ext uri="{9D8B030D-6E8A-4147-A177-3AD203B41FA5}">
                      <a16:colId xmlns:a16="http://schemas.microsoft.com/office/drawing/2014/main" val="1327408177"/>
                    </a:ext>
                  </a:extLst>
                </a:gridCol>
                <a:gridCol w="2628900">
                  <a:extLst>
                    <a:ext uri="{9D8B030D-6E8A-4147-A177-3AD203B41FA5}">
                      <a16:colId xmlns:a16="http://schemas.microsoft.com/office/drawing/2014/main" val="3772222326"/>
                    </a:ext>
                  </a:extLst>
                </a:gridCol>
                <a:gridCol w="2628900">
                  <a:extLst>
                    <a:ext uri="{9D8B030D-6E8A-4147-A177-3AD203B41FA5}">
                      <a16:colId xmlns:a16="http://schemas.microsoft.com/office/drawing/2014/main" val="3352841440"/>
                    </a:ext>
                  </a:extLst>
                </a:gridCol>
                <a:gridCol w="2628900">
                  <a:extLst>
                    <a:ext uri="{9D8B030D-6E8A-4147-A177-3AD203B41FA5}">
                      <a16:colId xmlns:a16="http://schemas.microsoft.com/office/drawing/2014/main" val="3486772051"/>
                    </a:ext>
                  </a:extLst>
                </a:gridCol>
              </a:tblGrid>
              <a:tr h="0">
                <a:tc>
                  <a:txBody>
                    <a:bodyPr/>
                    <a:lstStyle/>
                    <a:p>
                      <a:pPr algn="ctr">
                        <a:buNone/>
                      </a:pPr>
                      <a:r>
                        <a:rPr lang="en-US" u="sng" dirty="0" err="1"/>
                        <a:t>Warehouse_ID</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ctr">
                        <a:buNone/>
                      </a:pPr>
                      <a:r>
                        <a:rPr lang="en-US" u="sng" dirty="0"/>
                        <a:t>Location</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ctr">
                        <a:buNone/>
                      </a:pPr>
                      <a:r>
                        <a:rPr lang="en-US" u="sng" dirty="0" err="1"/>
                        <a:t>Processing_Time_Min</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ctr">
                        <a:buNone/>
                      </a:pPr>
                      <a:r>
                        <a:rPr lang="en-US" u="sng" dirty="0" err="1"/>
                        <a:t>GlobalAvg</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626832067"/>
                  </a:ext>
                </a:extLst>
              </a:tr>
              <a:tr h="0">
                <a:tc>
                  <a:txBody>
                    <a:bodyPr/>
                    <a:lstStyle/>
                    <a:p>
                      <a:pPr algn="ctr">
                        <a:buNone/>
                      </a:pPr>
                      <a:r>
                        <a:rPr lang="en-IN"/>
                        <a:t>W001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Zacharyland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110.1000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703879"/>
                  </a:ext>
                </a:extLst>
              </a:tr>
              <a:tr h="0">
                <a:tc>
                  <a:txBody>
                    <a:bodyPr/>
                    <a:lstStyle/>
                    <a:p>
                      <a:pPr algn="ctr">
                        <a:buNone/>
                      </a:pPr>
                      <a:r>
                        <a:rPr lang="en-IN"/>
                        <a:t>W007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Port Juliachester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110.1000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400100"/>
                  </a:ext>
                </a:extLst>
              </a:tr>
              <a:tr h="0">
                <a:tc>
                  <a:txBody>
                    <a:bodyPr/>
                    <a:lstStyle/>
                    <a:p>
                      <a:pPr algn="ctr">
                        <a:buNone/>
                      </a:pPr>
                      <a:r>
                        <a:rPr lang="en-IN"/>
                        <a:t>W008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Andersontown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110.1000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0549888"/>
                  </a:ext>
                </a:extLst>
              </a:tr>
              <a:tr h="0">
                <a:tc>
                  <a:txBody>
                    <a:bodyPr/>
                    <a:lstStyle/>
                    <a:p>
                      <a:pPr algn="ctr">
                        <a:buNone/>
                      </a:pPr>
                      <a:r>
                        <a:rPr lang="en-IN"/>
                        <a:t>W009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New Crystalborough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110.1000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1767906"/>
                  </a:ext>
                </a:extLst>
              </a:tr>
              <a:tr h="0">
                <a:tc>
                  <a:txBody>
                    <a:bodyPr/>
                    <a:lstStyle/>
                    <a:p>
                      <a:pPr algn="ctr">
                        <a:buNone/>
                      </a:pPr>
                      <a:r>
                        <a:rPr lang="en-IN"/>
                        <a:t>W010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Davidshire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110.1000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993314"/>
                  </a:ext>
                </a:extLst>
              </a:tr>
            </a:tbl>
          </a:graphicData>
        </a:graphic>
      </p:graphicFrame>
    </p:spTree>
    <p:extLst>
      <p:ext uri="{BB962C8B-B14F-4D97-AF65-F5344CB8AC3E}">
        <p14:creationId xmlns:p14="http://schemas.microsoft.com/office/powerpoint/2010/main" val="28870433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2F1A9-0B04-EAD7-C51A-574AF3B39467}"/>
              </a:ext>
            </a:extLst>
          </p:cNvPr>
          <p:cNvSpPr>
            <a:spLocks noGrp="1"/>
          </p:cNvSpPr>
          <p:nvPr>
            <p:ph idx="1"/>
          </p:nvPr>
        </p:nvSpPr>
        <p:spPr>
          <a:xfrm>
            <a:off x="0" y="80386"/>
            <a:ext cx="12068070" cy="6777613"/>
          </a:xfrm>
        </p:spPr>
        <p:txBody>
          <a:bodyPr>
            <a:normAutofit/>
          </a:bodyPr>
          <a:lstStyle/>
          <a:p>
            <a:r>
              <a:rPr lang="en-US" sz="1800" b="1" u="sng" dirty="0"/>
              <a:t>Ranking warehouses based on on-time delivery percentage.</a:t>
            </a:r>
          </a:p>
          <a:p>
            <a:pPr marL="0" indent="0">
              <a:buNone/>
            </a:pPr>
            <a:r>
              <a:rPr lang="en-US" sz="1800" dirty="0"/>
              <a:t>SELECT </a:t>
            </a:r>
            <a:r>
              <a:rPr lang="en-US" sz="1800" dirty="0" err="1"/>
              <a:t>Warehouse_ID</a:t>
            </a:r>
            <a:r>
              <a:rPr lang="en-US" sz="1800" dirty="0"/>
              <a:t>,</a:t>
            </a:r>
          </a:p>
          <a:p>
            <a:pPr marL="0" indent="0">
              <a:buNone/>
            </a:pPr>
            <a:r>
              <a:rPr lang="en-US" sz="1800" dirty="0"/>
              <a:t>ROUND(SUM(CASE WHEN </a:t>
            </a:r>
            <a:r>
              <a:rPr lang="en-US" sz="1800" dirty="0" err="1"/>
              <a:t>Delivery_Status</a:t>
            </a:r>
            <a:r>
              <a:rPr lang="en-US" sz="1800" dirty="0"/>
              <a:t> = 'On </a:t>
            </a:r>
            <a:r>
              <a:rPr lang="en-US" sz="1800" dirty="0" err="1"/>
              <a:t>Time'THEN</a:t>
            </a:r>
            <a:r>
              <a:rPr lang="en-US" sz="1800" dirty="0"/>
              <a:t> 1 ELSE 0 END)/COUNT(*)*100,2)</a:t>
            </a:r>
          </a:p>
          <a:p>
            <a:pPr marL="0" indent="0">
              <a:buNone/>
            </a:pPr>
            <a:r>
              <a:rPr lang="en-US" sz="1800" dirty="0"/>
              <a:t>AS </a:t>
            </a:r>
            <a:r>
              <a:rPr lang="en-US" sz="1800" dirty="0" err="1"/>
              <a:t>OnTimeDeliveryPercent</a:t>
            </a:r>
            <a:r>
              <a:rPr lang="en-US" sz="1800" dirty="0"/>
              <a:t>,</a:t>
            </a:r>
          </a:p>
          <a:p>
            <a:pPr marL="0" indent="0">
              <a:buNone/>
            </a:pPr>
            <a:r>
              <a:rPr lang="en-US" sz="1800" dirty="0"/>
              <a:t>RANK() OVER (ORDER BY SUM(CASE WHEN </a:t>
            </a:r>
            <a:r>
              <a:rPr lang="en-US" sz="1800" dirty="0" err="1"/>
              <a:t>Delivery_Status</a:t>
            </a:r>
            <a:r>
              <a:rPr lang="en-US" sz="1800" dirty="0"/>
              <a:t> = 'On Time' THEN 1 ELSE 0 END)/COUNT(*)DESC)</a:t>
            </a:r>
          </a:p>
          <a:p>
            <a:pPr marL="0" indent="0">
              <a:buNone/>
            </a:pPr>
            <a:r>
              <a:rPr lang="en-US" sz="1800" dirty="0"/>
              <a:t>AS </a:t>
            </a:r>
            <a:r>
              <a:rPr lang="en-US" sz="1800" dirty="0" err="1"/>
              <a:t>OnTimeDeliveryRank</a:t>
            </a:r>
            <a:endParaRPr lang="en-US" sz="1800" dirty="0"/>
          </a:p>
          <a:p>
            <a:pPr marL="0" indent="0">
              <a:buNone/>
            </a:pPr>
            <a:r>
              <a:rPr lang="en-US" sz="1800" dirty="0"/>
              <a:t>FROM orders</a:t>
            </a:r>
          </a:p>
          <a:p>
            <a:pPr marL="0" indent="0">
              <a:buNone/>
            </a:pPr>
            <a:r>
              <a:rPr lang="en-US" sz="1800" dirty="0"/>
              <a:t>GROUP BY </a:t>
            </a:r>
            <a:r>
              <a:rPr lang="en-US" sz="1800" dirty="0" err="1"/>
              <a:t>Warehouse_ID</a:t>
            </a:r>
            <a:r>
              <a:rPr lang="en-US" sz="1800" dirty="0"/>
              <a:t>;</a:t>
            </a:r>
          </a:p>
          <a:p>
            <a:pPr marL="0" indent="0">
              <a:buNone/>
            </a:pPr>
            <a:endParaRPr lang="en-US" sz="1800" dirty="0"/>
          </a:p>
          <a:p>
            <a:pPr marL="0" indent="0">
              <a:buNone/>
            </a:pPr>
            <a:r>
              <a:rPr lang="en-US" sz="1800" b="1" u="sng" dirty="0"/>
              <a:t>OUTPUT:</a:t>
            </a:r>
            <a:endParaRPr lang="en-IN" sz="1800" b="1" u="sng" dirty="0"/>
          </a:p>
          <a:p>
            <a:pPr marL="0" indent="0">
              <a:buNone/>
            </a:pPr>
            <a:endParaRPr lang="en-US" sz="1800" dirty="0"/>
          </a:p>
        </p:txBody>
      </p:sp>
      <p:graphicFrame>
        <p:nvGraphicFramePr>
          <p:cNvPr id="4" name="Table 3">
            <a:extLst>
              <a:ext uri="{FF2B5EF4-FFF2-40B4-BE49-F238E27FC236}">
                <a16:creationId xmlns:a16="http://schemas.microsoft.com/office/drawing/2014/main" id="{C6872E5E-B397-7EFD-4188-ED90A6B1FD5F}"/>
              </a:ext>
            </a:extLst>
          </p:cNvPr>
          <p:cNvGraphicFramePr>
            <a:graphicFrameLocks noGrp="1"/>
          </p:cNvGraphicFramePr>
          <p:nvPr>
            <p:extLst>
              <p:ext uri="{D42A27DB-BD31-4B8C-83A1-F6EECF244321}">
                <p14:modId xmlns:p14="http://schemas.microsoft.com/office/powerpoint/2010/main" val="2803105193"/>
              </p:ext>
            </p:extLst>
          </p:nvPr>
        </p:nvGraphicFramePr>
        <p:xfrm>
          <a:off x="838200" y="3951053"/>
          <a:ext cx="10515600" cy="4023360"/>
        </p:xfrm>
        <a:graphic>
          <a:graphicData uri="http://schemas.openxmlformats.org/drawingml/2006/table">
            <a:tbl>
              <a:tblPr firstRow="1">
                <a:tableStyleId>{3C2FFA5D-87B4-456A-9821-1D502468CF0F}</a:tableStyleId>
              </a:tblPr>
              <a:tblGrid>
                <a:gridCol w="3505200">
                  <a:extLst>
                    <a:ext uri="{9D8B030D-6E8A-4147-A177-3AD203B41FA5}">
                      <a16:colId xmlns:a16="http://schemas.microsoft.com/office/drawing/2014/main" val="2591765890"/>
                    </a:ext>
                  </a:extLst>
                </a:gridCol>
                <a:gridCol w="3505200">
                  <a:extLst>
                    <a:ext uri="{9D8B030D-6E8A-4147-A177-3AD203B41FA5}">
                      <a16:colId xmlns:a16="http://schemas.microsoft.com/office/drawing/2014/main" val="1118053935"/>
                    </a:ext>
                  </a:extLst>
                </a:gridCol>
                <a:gridCol w="3505200">
                  <a:extLst>
                    <a:ext uri="{9D8B030D-6E8A-4147-A177-3AD203B41FA5}">
                      <a16:colId xmlns:a16="http://schemas.microsoft.com/office/drawing/2014/main" val="2744734630"/>
                    </a:ext>
                  </a:extLst>
                </a:gridCol>
              </a:tblGrid>
              <a:tr h="0">
                <a:tc>
                  <a:txBody>
                    <a:bodyPr/>
                    <a:lstStyle/>
                    <a:p>
                      <a:pPr algn="ctr">
                        <a:buNone/>
                      </a:pPr>
                      <a:r>
                        <a:rPr lang="en-US" u="sng" dirty="0" err="1"/>
                        <a:t>Warehouse_ID</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800" u="sng" dirty="0" err="1"/>
                        <a:t>OnTimeDeliveryPercent</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800" u="sng" dirty="0" err="1"/>
                        <a:t>OnTimeDeliveryRank</a:t>
                      </a:r>
                      <a:endParaRPr lang="en-IN"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925711524"/>
                  </a:ext>
                </a:extLst>
              </a:tr>
              <a:tr h="0">
                <a:tc>
                  <a:txBody>
                    <a:bodyPr/>
                    <a:lstStyle/>
                    <a:p>
                      <a:pPr algn="ctr">
                        <a:buNone/>
                      </a:pPr>
                      <a:r>
                        <a:rPr lang="en-IN" dirty="0"/>
                        <a:t>W008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76.19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682169"/>
                  </a:ext>
                </a:extLst>
              </a:tr>
              <a:tr h="0">
                <a:tc>
                  <a:txBody>
                    <a:bodyPr/>
                    <a:lstStyle/>
                    <a:p>
                      <a:pPr algn="ctr">
                        <a:buNone/>
                      </a:pPr>
                      <a:r>
                        <a:rPr lang="en-IN"/>
                        <a:t>W006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67.57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646314"/>
                  </a:ext>
                </a:extLst>
              </a:tr>
              <a:tr h="0">
                <a:tc>
                  <a:txBody>
                    <a:bodyPr/>
                    <a:lstStyle/>
                    <a:p>
                      <a:pPr algn="ctr">
                        <a:buNone/>
                      </a:pPr>
                      <a:r>
                        <a:rPr lang="en-IN"/>
                        <a:t>W002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64.29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11168"/>
                  </a:ext>
                </a:extLst>
              </a:tr>
              <a:tr h="0">
                <a:tc>
                  <a:txBody>
                    <a:bodyPr/>
                    <a:lstStyle/>
                    <a:p>
                      <a:pPr algn="ctr">
                        <a:buNone/>
                      </a:pPr>
                      <a:r>
                        <a:rPr lang="en-IN"/>
                        <a:t>W004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61.29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135932"/>
                  </a:ext>
                </a:extLst>
              </a:tr>
              <a:tr h="0">
                <a:tc>
                  <a:txBody>
                    <a:bodyPr/>
                    <a:lstStyle/>
                    <a:p>
                      <a:pPr algn="ctr">
                        <a:buNone/>
                      </a:pPr>
                      <a:r>
                        <a:rPr lang="en-IN"/>
                        <a:t>W009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60.61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098077"/>
                  </a:ext>
                </a:extLst>
              </a:tr>
              <a:tr h="0">
                <a:tc>
                  <a:txBody>
                    <a:bodyPr/>
                    <a:lstStyle/>
                    <a:p>
                      <a:pPr algn="ctr">
                        <a:buNone/>
                      </a:pPr>
                      <a:r>
                        <a:rPr lang="en-IN"/>
                        <a:t>W007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60.53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7655219"/>
                  </a:ext>
                </a:extLst>
              </a:tr>
              <a:tr h="0">
                <a:tc>
                  <a:txBody>
                    <a:bodyPr/>
                    <a:lstStyle/>
                    <a:p>
                      <a:pPr algn="ctr">
                        <a:buNone/>
                      </a:pPr>
                      <a:r>
                        <a:rPr lang="en-IN"/>
                        <a:t>W001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47.06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430816"/>
                  </a:ext>
                </a:extLst>
              </a:tr>
              <a:tr h="0">
                <a:tc>
                  <a:txBody>
                    <a:bodyPr/>
                    <a:lstStyle/>
                    <a:p>
                      <a:pPr algn="ctr">
                        <a:buNone/>
                      </a:pPr>
                      <a:r>
                        <a:rPr lang="en-IN"/>
                        <a:t>W005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44.00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210049"/>
                  </a:ext>
                </a:extLst>
              </a:tr>
              <a:tr h="0">
                <a:tc>
                  <a:txBody>
                    <a:bodyPr/>
                    <a:lstStyle/>
                    <a:p>
                      <a:pPr algn="ctr">
                        <a:buNone/>
                      </a:pPr>
                      <a:r>
                        <a:rPr lang="en-IN"/>
                        <a:t>W003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43.48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78719"/>
                  </a:ext>
                </a:extLst>
              </a:tr>
              <a:tr h="0">
                <a:tc>
                  <a:txBody>
                    <a:bodyPr/>
                    <a:lstStyle/>
                    <a:p>
                      <a:pPr algn="ctr">
                        <a:buNone/>
                      </a:pPr>
                      <a:r>
                        <a:rPr lang="en-IN"/>
                        <a:t>W010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33.33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684069"/>
                  </a:ext>
                </a:extLst>
              </a:tr>
            </a:tbl>
          </a:graphicData>
        </a:graphic>
      </p:graphicFrame>
    </p:spTree>
    <p:extLst>
      <p:ext uri="{BB962C8B-B14F-4D97-AF65-F5344CB8AC3E}">
        <p14:creationId xmlns:p14="http://schemas.microsoft.com/office/powerpoint/2010/main" val="28373278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F740-4195-DE9B-8158-91834483816D}"/>
              </a:ext>
            </a:extLst>
          </p:cNvPr>
          <p:cNvSpPr>
            <a:spLocks noGrp="1"/>
          </p:cNvSpPr>
          <p:nvPr>
            <p:ph type="title"/>
          </p:nvPr>
        </p:nvSpPr>
        <p:spPr>
          <a:xfrm>
            <a:off x="0" y="-187535"/>
            <a:ext cx="10515600" cy="1325563"/>
          </a:xfrm>
        </p:spPr>
        <p:txBody>
          <a:bodyPr/>
          <a:lstStyle/>
          <a:p>
            <a:r>
              <a:rPr lang="en-US" b="1" dirty="0"/>
              <a:t>Task 5(Delivery Agent Performance)</a:t>
            </a:r>
            <a:endParaRPr lang="en-IN" b="1" dirty="0"/>
          </a:p>
        </p:txBody>
      </p:sp>
      <p:sp>
        <p:nvSpPr>
          <p:cNvPr id="3" name="Content Placeholder 2">
            <a:extLst>
              <a:ext uri="{FF2B5EF4-FFF2-40B4-BE49-F238E27FC236}">
                <a16:creationId xmlns:a16="http://schemas.microsoft.com/office/drawing/2014/main" id="{50DC5D92-8C0D-8DD5-D55E-1B07DC102D5E}"/>
              </a:ext>
            </a:extLst>
          </p:cNvPr>
          <p:cNvSpPr>
            <a:spLocks noGrp="1"/>
          </p:cNvSpPr>
          <p:nvPr>
            <p:ph idx="1"/>
          </p:nvPr>
        </p:nvSpPr>
        <p:spPr>
          <a:xfrm>
            <a:off x="1" y="1138028"/>
            <a:ext cx="12192000" cy="5624513"/>
          </a:xfrm>
        </p:spPr>
        <p:txBody>
          <a:bodyPr>
            <a:normAutofit/>
          </a:bodyPr>
          <a:lstStyle/>
          <a:p>
            <a:r>
              <a:rPr lang="en-US" sz="1800" b="1" u="sng" dirty="0"/>
              <a:t>Ranking agents (per route) by on-time delivery percentage:</a:t>
            </a:r>
          </a:p>
          <a:p>
            <a:pPr marL="0" indent="0">
              <a:buNone/>
            </a:pPr>
            <a:r>
              <a:rPr lang="en-US" sz="1800" dirty="0"/>
              <a:t>SELECT </a:t>
            </a:r>
            <a:r>
              <a:rPr lang="en-US" sz="1800" dirty="0" err="1"/>
              <a:t>Agent_ID</a:t>
            </a:r>
            <a:r>
              <a:rPr lang="en-US" sz="1800" dirty="0"/>
              <a:t>, </a:t>
            </a:r>
            <a:r>
              <a:rPr lang="en-US" sz="1800" dirty="0" err="1"/>
              <a:t>Route_ID</a:t>
            </a:r>
            <a:r>
              <a:rPr lang="en-US" sz="1800" dirty="0"/>
              <a:t>, </a:t>
            </a:r>
            <a:r>
              <a:rPr lang="en-US" sz="1800" dirty="0" err="1"/>
              <a:t>On_Time_Percentage</a:t>
            </a:r>
            <a:r>
              <a:rPr lang="en-US" sz="1800" dirty="0"/>
              <a:t>,</a:t>
            </a:r>
          </a:p>
          <a:p>
            <a:pPr marL="0" indent="0">
              <a:buNone/>
            </a:pPr>
            <a:r>
              <a:rPr lang="en-US" sz="1800" dirty="0"/>
              <a:t>RANK() OVER(PARTITION BY </a:t>
            </a:r>
            <a:r>
              <a:rPr lang="en-US" sz="1800" dirty="0" err="1"/>
              <a:t>Route_ID</a:t>
            </a:r>
            <a:r>
              <a:rPr lang="en-US" sz="1800" dirty="0"/>
              <a:t> ORDER BY </a:t>
            </a:r>
            <a:r>
              <a:rPr lang="en-US" sz="1800" dirty="0" err="1"/>
              <a:t>On_Time_Percentage</a:t>
            </a:r>
            <a:r>
              <a:rPr lang="en-US" sz="1800" dirty="0"/>
              <a:t> DESC)</a:t>
            </a:r>
          </a:p>
          <a:p>
            <a:pPr marL="0" indent="0">
              <a:buNone/>
            </a:pPr>
            <a:r>
              <a:rPr lang="en-US" sz="1800" dirty="0"/>
              <a:t>AS </a:t>
            </a:r>
            <a:r>
              <a:rPr lang="en-US" sz="1800" dirty="0" err="1"/>
              <a:t>Agent_Rank_Per_Route</a:t>
            </a:r>
            <a:endParaRPr lang="en-US" sz="1800" dirty="0"/>
          </a:p>
          <a:p>
            <a:pPr marL="0" indent="0">
              <a:buNone/>
            </a:pPr>
            <a:r>
              <a:rPr lang="en-US" sz="1800" dirty="0"/>
              <a:t>FROM </a:t>
            </a:r>
            <a:r>
              <a:rPr lang="en-US" sz="1800" dirty="0" err="1"/>
              <a:t>deliveryagents</a:t>
            </a:r>
            <a:endParaRPr lang="en-US" sz="1800" dirty="0"/>
          </a:p>
          <a:p>
            <a:pPr marL="0" indent="0">
              <a:buNone/>
            </a:pPr>
            <a:r>
              <a:rPr lang="en-US" sz="1800" dirty="0"/>
              <a:t>ORDER BY </a:t>
            </a:r>
            <a:r>
              <a:rPr lang="en-US" sz="1800" dirty="0" err="1"/>
              <a:t>Route_ID</a:t>
            </a:r>
            <a:r>
              <a:rPr lang="en-US" sz="1800" dirty="0"/>
              <a:t>, </a:t>
            </a:r>
            <a:r>
              <a:rPr lang="en-US" sz="1800" dirty="0" err="1"/>
              <a:t>Agent_Rank_Per_Route</a:t>
            </a:r>
            <a:r>
              <a:rPr lang="en-US" sz="1800" dirty="0"/>
              <a:t>;</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8F65BC62-7517-70C2-4BB8-CA8586430704}"/>
              </a:ext>
            </a:extLst>
          </p:cNvPr>
          <p:cNvGraphicFramePr>
            <a:graphicFrameLocks noGrp="1"/>
          </p:cNvGraphicFramePr>
          <p:nvPr>
            <p:extLst>
              <p:ext uri="{D42A27DB-BD31-4B8C-83A1-F6EECF244321}">
                <p14:modId xmlns:p14="http://schemas.microsoft.com/office/powerpoint/2010/main" val="3646096496"/>
              </p:ext>
            </p:extLst>
          </p:nvPr>
        </p:nvGraphicFramePr>
        <p:xfrm>
          <a:off x="830664" y="4320791"/>
          <a:ext cx="10530672" cy="15099876"/>
        </p:xfrm>
        <a:graphic>
          <a:graphicData uri="http://schemas.openxmlformats.org/drawingml/2006/table">
            <a:tbl>
              <a:tblPr firstRow="1">
                <a:tableStyleId>{284E427A-3D55-4303-BF80-6455036E1DE7}</a:tableStyleId>
              </a:tblPr>
              <a:tblGrid>
                <a:gridCol w="2632668">
                  <a:extLst>
                    <a:ext uri="{9D8B030D-6E8A-4147-A177-3AD203B41FA5}">
                      <a16:colId xmlns:a16="http://schemas.microsoft.com/office/drawing/2014/main" val="429921055"/>
                    </a:ext>
                  </a:extLst>
                </a:gridCol>
                <a:gridCol w="2632668">
                  <a:extLst>
                    <a:ext uri="{9D8B030D-6E8A-4147-A177-3AD203B41FA5}">
                      <a16:colId xmlns:a16="http://schemas.microsoft.com/office/drawing/2014/main" val="2048786321"/>
                    </a:ext>
                  </a:extLst>
                </a:gridCol>
                <a:gridCol w="2632668">
                  <a:extLst>
                    <a:ext uri="{9D8B030D-6E8A-4147-A177-3AD203B41FA5}">
                      <a16:colId xmlns:a16="http://schemas.microsoft.com/office/drawing/2014/main" val="2895422604"/>
                    </a:ext>
                  </a:extLst>
                </a:gridCol>
                <a:gridCol w="2632668">
                  <a:extLst>
                    <a:ext uri="{9D8B030D-6E8A-4147-A177-3AD203B41FA5}">
                      <a16:colId xmlns:a16="http://schemas.microsoft.com/office/drawing/2014/main" val="799690745"/>
                    </a:ext>
                  </a:extLst>
                </a:gridCol>
              </a:tblGrid>
              <a:tr h="85758">
                <a:tc>
                  <a:txBody>
                    <a:bodyPr/>
                    <a:lstStyle/>
                    <a:p>
                      <a:pPr algn="ctr">
                        <a:buNone/>
                      </a:pPr>
                      <a:r>
                        <a:rPr lang="en-US" sz="1800" u="sng" dirty="0" err="1"/>
                        <a:t>Agent_ID</a:t>
                      </a:r>
                      <a:endParaRPr lang="en-IN" sz="1800" u="sng" dirty="0"/>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US" sz="1800" u="sng" dirty="0" err="1"/>
                        <a:t>Route_ID</a:t>
                      </a:r>
                      <a:endParaRPr lang="en-IN" sz="1800" u="sng" dirty="0"/>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US" sz="1800" u="sng" dirty="0" err="1"/>
                        <a:t>On_Time_Percentage</a:t>
                      </a:r>
                      <a:endParaRPr lang="en-IN" sz="1800" u="sng" dirty="0"/>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tc>
                  <a:txBody>
                    <a:bodyPr/>
                    <a:lstStyle/>
                    <a:p>
                      <a:pPr algn="ctr">
                        <a:buNone/>
                      </a:pPr>
                      <a:r>
                        <a:rPr lang="en-US" sz="1800" u="sng" dirty="0" err="1"/>
                        <a:t>Agent_Rank_Per_Route</a:t>
                      </a:r>
                      <a:endParaRPr lang="en-IN" sz="1800" u="sng" dirty="0"/>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960467873"/>
                  </a:ext>
                </a:extLst>
              </a:tr>
              <a:tr h="85758">
                <a:tc>
                  <a:txBody>
                    <a:bodyPr/>
                    <a:lstStyle/>
                    <a:p>
                      <a:pPr algn="ctr">
                        <a:buNone/>
                      </a:pPr>
                      <a:r>
                        <a:rPr lang="en-IN" sz="1800"/>
                        <a:t>A006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R001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81.56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2927363"/>
                  </a:ext>
                </a:extLst>
              </a:tr>
              <a:tr h="85758">
                <a:tc>
                  <a:txBody>
                    <a:bodyPr/>
                    <a:lstStyle/>
                    <a:p>
                      <a:pPr algn="ctr">
                        <a:buNone/>
                      </a:pPr>
                      <a:r>
                        <a:rPr lang="en-IN" sz="1800" dirty="0"/>
                        <a:t>A037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R001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78.94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5310851"/>
                  </a:ext>
                </a:extLst>
              </a:tr>
              <a:tr h="85758">
                <a:tc>
                  <a:txBody>
                    <a:bodyPr/>
                    <a:lstStyle/>
                    <a:p>
                      <a:pPr algn="ctr">
                        <a:buNone/>
                      </a:pPr>
                      <a:r>
                        <a:rPr lang="en-IN" sz="1800"/>
                        <a:t>A033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98.01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4014677"/>
                  </a:ext>
                </a:extLst>
              </a:tr>
              <a:tr h="85758">
                <a:tc>
                  <a:txBody>
                    <a:bodyPr/>
                    <a:lstStyle/>
                    <a:p>
                      <a:pPr algn="ctr">
                        <a:buNone/>
                      </a:pPr>
                      <a:r>
                        <a:rPr lang="en-IN" sz="1800"/>
                        <a:t>A024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97.16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034134"/>
                  </a:ext>
                </a:extLst>
              </a:tr>
              <a:tr h="85758">
                <a:tc>
                  <a:txBody>
                    <a:bodyPr/>
                    <a:lstStyle/>
                    <a:p>
                      <a:pPr algn="ctr">
                        <a:buNone/>
                      </a:pPr>
                      <a:r>
                        <a:rPr lang="en-IN" sz="1800"/>
                        <a:t>A027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73.8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5310090"/>
                  </a:ext>
                </a:extLst>
              </a:tr>
              <a:tr h="85758">
                <a:tc>
                  <a:txBody>
                    <a:bodyPr/>
                    <a:lstStyle/>
                    <a:p>
                      <a:pPr algn="ctr">
                        <a:buNone/>
                      </a:pPr>
                      <a:r>
                        <a:rPr lang="en-IN" sz="1800"/>
                        <a:t>A050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72.75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4892733"/>
                  </a:ext>
                </a:extLst>
              </a:tr>
              <a:tr h="85758">
                <a:tc>
                  <a:txBody>
                    <a:bodyPr/>
                    <a:lstStyle/>
                    <a:p>
                      <a:pPr algn="ctr">
                        <a:buNone/>
                      </a:pPr>
                      <a:r>
                        <a:rPr lang="en-IN" sz="1800"/>
                        <a:t>A011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71.5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4794137"/>
                  </a:ext>
                </a:extLst>
              </a:tr>
              <a:tr h="85758">
                <a:tc>
                  <a:txBody>
                    <a:bodyPr/>
                    <a:lstStyle/>
                    <a:p>
                      <a:pPr algn="ctr">
                        <a:buNone/>
                      </a:pPr>
                      <a:r>
                        <a:rPr lang="en-IN" sz="1800"/>
                        <a:t>A015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83.31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3924530"/>
                  </a:ext>
                </a:extLst>
              </a:tr>
              <a:tr h="85758">
                <a:tc>
                  <a:txBody>
                    <a:bodyPr/>
                    <a:lstStyle/>
                    <a:p>
                      <a:pPr algn="ctr">
                        <a:buNone/>
                      </a:pPr>
                      <a:r>
                        <a:rPr lang="en-IN" sz="1800"/>
                        <a:t>A029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81.71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1936595"/>
                  </a:ext>
                </a:extLst>
              </a:tr>
              <a:tr h="85758">
                <a:tc>
                  <a:txBody>
                    <a:bodyPr/>
                    <a:lstStyle/>
                    <a:p>
                      <a:pPr algn="ctr">
                        <a:buNone/>
                      </a:pPr>
                      <a:r>
                        <a:rPr lang="en-IN" sz="1800"/>
                        <a:t>A035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74.5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9328514"/>
                  </a:ext>
                </a:extLst>
              </a:tr>
              <a:tr h="85758">
                <a:tc>
                  <a:txBody>
                    <a:bodyPr/>
                    <a:lstStyle/>
                    <a:p>
                      <a:pPr algn="ctr">
                        <a:buNone/>
                      </a:pPr>
                      <a:r>
                        <a:rPr lang="en-IN" sz="1800"/>
                        <a:t>A041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91.47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243126"/>
                  </a:ext>
                </a:extLst>
              </a:tr>
              <a:tr h="85758">
                <a:tc>
                  <a:txBody>
                    <a:bodyPr/>
                    <a:lstStyle/>
                    <a:p>
                      <a:pPr algn="ctr">
                        <a:buNone/>
                      </a:pPr>
                      <a:r>
                        <a:rPr lang="en-IN" sz="1800"/>
                        <a:t>A047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84.62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083767"/>
                  </a:ext>
                </a:extLst>
              </a:tr>
              <a:tr h="85758">
                <a:tc>
                  <a:txBody>
                    <a:bodyPr/>
                    <a:lstStyle/>
                    <a:p>
                      <a:pPr algn="ctr">
                        <a:buNone/>
                      </a:pPr>
                      <a:r>
                        <a:rPr lang="en-IN" sz="1800"/>
                        <a:t>A020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77.65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9166458"/>
                  </a:ext>
                </a:extLst>
              </a:tr>
              <a:tr h="85758">
                <a:tc>
                  <a:txBody>
                    <a:bodyPr/>
                    <a:lstStyle/>
                    <a:p>
                      <a:pPr algn="ctr">
                        <a:buNone/>
                      </a:pPr>
                      <a:r>
                        <a:rPr lang="en-IN" sz="1800"/>
                        <a:t>A014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99.9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581343"/>
                  </a:ext>
                </a:extLst>
              </a:tr>
              <a:tr h="85758">
                <a:tc>
                  <a:txBody>
                    <a:bodyPr/>
                    <a:lstStyle/>
                    <a:p>
                      <a:pPr algn="ctr">
                        <a:buNone/>
                      </a:pPr>
                      <a:r>
                        <a:rPr lang="en-IN" sz="1800"/>
                        <a:t>A049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99.82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3638861"/>
                  </a:ext>
                </a:extLst>
              </a:tr>
              <a:tr h="85758">
                <a:tc>
                  <a:txBody>
                    <a:bodyPr/>
                    <a:lstStyle/>
                    <a:p>
                      <a:pPr algn="ctr">
                        <a:buNone/>
                      </a:pPr>
                      <a:r>
                        <a:rPr lang="en-IN" sz="1800"/>
                        <a:t>A040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77.83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2678821"/>
                  </a:ext>
                </a:extLst>
              </a:tr>
              <a:tr h="85758">
                <a:tc>
                  <a:txBody>
                    <a:bodyPr/>
                    <a:lstStyle/>
                    <a:p>
                      <a:pPr algn="ctr">
                        <a:buNone/>
                      </a:pPr>
                      <a:r>
                        <a:rPr lang="en-IN" sz="1800"/>
                        <a:t>A028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74.47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2400687"/>
                  </a:ext>
                </a:extLst>
              </a:tr>
              <a:tr h="85758">
                <a:tc>
                  <a:txBody>
                    <a:bodyPr/>
                    <a:lstStyle/>
                    <a:p>
                      <a:pPr algn="ctr">
                        <a:buNone/>
                      </a:pPr>
                      <a:r>
                        <a:rPr lang="en-IN" sz="1800"/>
                        <a:t>A018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73.21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773845"/>
                  </a:ext>
                </a:extLst>
              </a:tr>
              <a:tr h="85758">
                <a:tc>
                  <a:txBody>
                    <a:bodyPr/>
                    <a:lstStyle/>
                    <a:p>
                      <a:pPr algn="ctr">
                        <a:buNone/>
                      </a:pPr>
                      <a:r>
                        <a:rPr lang="en-IN" sz="1800"/>
                        <a:t>A032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99.32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1239630"/>
                  </a:ext>
                </a:extLst>
              </a:tr>
              <a:tr h="85758">
                <a:tc>
                  <a:txBody>
                    <a:bodyPr/>
                    <a:lstStyle/>
                    <a:p>
                      <a:pPr algn="ctr">
                        <a:buNone/>
                      </a:pPr>
                      <a:r>
                        <a:rPr lang="en-IN" sz="1800"/>
                        <a:t>A022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87.72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9765616"/>
                  </a:ext>
                </a:extLst>
              </a:tr>
              <a:tr h="85758">
                <a:tc>
                  <a:txBody>
                    <a:bodyPr/>
                    <a:lstStyle/>
                    <a:p>
                      <a:pPr algn="ctr">
                        <a:buNone/>
                      </a:pPr>
                      <a:r>
                        <a:rPr lang="en-IN" sz="1800"/>
                        <a:t>A034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81.67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1744472"/>
                  </a:ext>
                </a:extLst>
              </a:tr>
              <a:tr h="85758">
                <a:tc>
                  <a:txBody>
                    <a:bodyPr/>
                    <a:lstStyle/>
                    <a:p>
                      <a:pPr algn="ctr">
                        <a:buNone/>
                      </a:pPr>
                      <a:r>
                        <a:rPr lang="en-IN" sz="1800"/>
                        <a:t>A045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R009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95.08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6437190"/>
                  </a:ext>
                </a:extLst>
              </a:tr>
              <a:tr h="85758">
                <a:tc>
                  <a:txBody>
                    <a:bodyPr/>
                    <a:lstStyle/>
                    <a:p>
                      <a:pPr algn="ctr">
                        <a:buNone/>
                      </a:pPr>
                      <a:r>
                        <a:rPr lang="en-IN" sz="1800"/>
                        <a:t>A042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93.37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485022"/>
                  </a:ext>
                </a:extLst>
              </a:tr>
              <a:tr h="85758">
                <a:tc>
                  <a:txBody>
                    <a:bodyPr/>
                    <a:lstStyle/>
                    <a:p>
                      <a:pPr algn="ctr">
                        <a:buNone/>
                      </a:pPr>
                      <a:r>
                        <a:rPr lang="en-IN" sz="1800"/>
                        <a:t>A012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80.85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035689"/>
                  </a:ext>
                </a:extLst>
              </a:tr>
              <a:tr h="85758">
                <a:tc>
                  <a:txBody>
                    <a:bodyPr/>
                    <a:lstStyle/>
                    <a:p>
                      <a:pPr algn="ctr">
                        <a:buNone/>
                      </a:pPr>
                      <a:r>
                        <a:rPr lang="en-IN" sz="1800"/>
                        <a:t>A009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92.27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46199"/>
                  </a:ext>
                </a:extLst>
              </a:tr>
              <a:tr h="85758">
                <a:tc>
                  <a:txBody>
                    <a:bodyPr/>
                    <a:lstStyle/>
                    <a:p>
                      <a:pPr algn="ctr">
                        <a:buNone/>
                      </a:pPr>
                      <a:r>
                        <a:rPr lang="en-IN" sz="1800"/>
                        <a:t>A002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90.8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197430"/>
                  </a:ext>
                </a:extLst>
              </a:tr>
              <a:tr h="85758">
                <a:tc>
                  <a:txBody>
                    <a:bodyPr/>
                    <a:lstStyle/>
                    <a:p>
                      <a:pPr algn="ctr">
                        <a:buNone/>
                      </a:pPr>
                      <a:r>
                        <a:rPr lang="en-IN" sz="1800"/>
                        <a:t>A016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78.39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967279"/>
                  </a:ext>
                </a:extLst>
              </a:tr>
              <a:tr h="85758">
                <a:tc>
                  <a:txBody>
                    <a:bodyPr/>
                    <a:lstStyle/>
                    <a:p>
                      <a:pPr algn="ctr">
                        <a:buNone/>
                      </a:pPr>
                      <a:r>
                        <a:rPr lang="en-IN" sz="1800"/>
                        <a:t>A048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77.92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088382"/>
                  </a:ext>
                </a:extLst>
              </a:tr>
              <a:tr h="85758">
                <a:tc>
                  <a:txBody>
                    <a:bodyPr/>
                    <a:lstStyle/>
                    <a:p>
                      <a:pPr algn="ctr">
                        <a:buNone/>
                      </a:pPr>
                      <a:r>
                        <a:rPr lang="en-IN" sz="1800"/>
                        <a:t>A026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84.01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853302"/>
                  </a:ext>
                </a:extLst>
              </a:tr>
              <a:tr h="85758">
                <a:tc>
                  <a:txBody>
                    <a:bodyPr/>
                    <a:lstStyle/>
                    <a:p>
                      <a:pPr algn="ctr">
                        <a:buNone/>
                      </a:pPr>
                      <a:r>
                        <a:rPr lang="en-IN" sz="1800"/>
                        <a:t>A030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76.6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386187"/>
                  </a:ext>
                </a:extLst>
              </a:tr>
              <a:tr h="85758">
                <a:tc>
                  <a:txBody>
                    <a:bodyPr/>
                    <a:lstStyle/>
                    <a:p>
                      <a:pPr algn="ctr">
                        <a:buNone/>
                      </a:pPr>
                      <a:r>
                        <a:rPr lang="en-IN" sz="1800"/>
                        <a:t>A003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74.15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054019"/>
                  </a:ext>
                </a:extLst>
              </a:tr>
              <a:tr h="85758">
                <a:tc>
                  <a:txBody>
                    <a:bodyPr/>
                    <a:lstStyle/>
                    <a:p>
                      <a:pPr algn="ctr">
                        <a:buNone/>
                      </a:pPr>
                      <a:r>
                        <a:rPr lang="en-IN" sz="1800"/>
                        <a:t>A025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93.94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638761"/>
                  </a:ext>
                </a:extLst>
              </a:tr>
              <a:tr h="85758">
                <a:tc>
                  <a:txBody>
                    <a:bodyPr/>
                    <a:lstStyle/>
                    <a:p>
                      <a:pPr algn="ctr">
                        <a:buNone/>
                      </a:pPr>
                      <a:r>
                        <a:rPr lang="en-IN" sz="1800"/>
                        <a:t>A005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90.04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2167656"/>
                  </a:ext>
                </a:extLst>
              </a:tr>
              <a:tr h="85758">
                <a:tc>
                  <a:txBody>
                    <a:bodyPr/>
                    <a:lstStyle/>
                    <a:p>
                      <a:pPr algn="ctr">
                        <a:buNone/>
                      </a:pPr>
                      <a:r>
                        <a:rPr lang="en-IN" sz="1800"/>
                        <a:t>A001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82.01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6058594"/>
                  </a:ext>
                </a:extLst>
              </a:tr>
              <a:tr h="85758">
                <a:tc>
                  <a:txBody>
                    <a:bodyPr/>
                    <a:lstStyle/>
                    <a:p>
                      <a:pPr algn="ctr">
                        <a:buNone/>
                      </a:pPr>
                      <a:r>
                        <a:rPr lang="en-IN" sz="1800"/>
                        <a:t>A043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79.51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131485"/>
                  </a:ext>
                </a:extLst>
              </a:tr>
              <a:tr h="85758">
                <a:tc>
                  <a:txBody>
                    <a:bodyPr/>
                    <a:lstStyle/>
                    <a:p>
                      <a:pPr algn="ctr">
                        <a:buNone/>
                      </a:pPr>
                      <a:r>
                        <a:rPr lang="en-IN" sz="1800"/>
                        <a:t>A039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72.6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017624"/>
                  </a:ext>
                </a:extLst>
              </a:tr>
              <a:tr h="85758">
                <a:tc>
                  <a:txBody>
                    <a:bodyPr/>
                    <a:lstStyle/>
                    <a:p>
                      <a:pPr algn="ctr">
                        <a:buNone/>
                      </a:pPr>
                      <a:r>
                        <a:rPr lang="en-IN" sz="1800"/>
                        <a:t>A044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92.15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3541082"/>
                  </a:ext>
                </a:extLst>
              </a:tr>
              <a:tr h="85758">
                <a:tc>
                  <a:txBody>
                    <a:bodyPr/>
                    <a:lstStyle/>
                    <a:p>
                      <a:pPr algn="ctr">
                        <a:buNone/>
                      </a:pPr>
                      <a:r>
                        <a:rPr lang="en-IN" sz="1800"/>
                        <a:t>A013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92.06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011079"/>
                  </a:ext>
                </a:extLst>
              </a:tr>
              <a:tr h="85758">
                <a:tc>
                  <a:txBody>
                    <a:bodyPr/>
                    <a:lstStyle/>
                    <a:p>
                      <a:pPr algn="ctr">
                        <a:buNone/>
                      </a:pPr>
                      <a:r>
                        <a:rPr lang="en-IN" sz="1800"/>
                        <a:t>A021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82.19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9834592"/>
                  </a:ext>
                </a:extLst>
              </a:tr>
              <a:tr h="85758">
                <a:tc>
                  <a:txBody>
                    <a:bodyPr/>
                    <a:lstStyle/>
                    <a:p>
                      <a:pPr algn="ctr">
                        <a:buNone/>
                      </a:pPr>
                      <a:r>
                        <a:rPr lang="en-IN" sz="1800"/>
                        <a:t>A023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74.21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9030461"/>
                  </a:ext>
                </a:extLst>
              </a:tr>
              <a:tr h="85758">
                <a:tc>
                  <a:txBody>
                    <a:bodyPr/>
                    <a:lstStyle/>
                    <a:p>
                      <a:pPr algn="ctr">
                        <a:buNone/>
                      </a:pPr>
                      <a:r>
                        <a:rPr lang="en-IN" sz="1800"/>
                        <a:t>A007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99.11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412049"/>
                  </a:ext>
                </a:extLst>
              </a:tr>
              <a:tr h="85758">
                <a:tc>
                  <a:txBody>
                    <a:bodyPr/>
                    <a:lstStyle/>
                    <a:p>
                      <a:pPr algn="ctr">
                        <a:buNone/>
                      </a:pPr>
                      <a:r>
                        <a:rPr lang="en-IN" sz="1800"/>
                        <a:t>A017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97.9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7350"/>
                  </a:ext>
                </a:extLst>
              </a:tr>
              <a:tr h="85758">
                <a:tc>
                  <a:txBody>
                    <a:bodyPr/>
                    <a:lstStyle/>
                    <a:p>
                      <a:pPr algn="ctr">
                        <a:buNone/>
                      </a:pPr>
                      <a:r>
                        <a:rPr lang="en-IN" sz="1800"/>
                        <a:t>A019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97.7</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433862"/>
                  </a:ext>
                </a:extLst>
              </a:tr>
              <a:tr h="85758">
                <a:tc>
                  <a:txBody>
                    <a:bodyPr/>
                    <a:lstStyle/>
                    <a:p>
                      <a:pPr algn="ctr">
                        <a:buNone/>
                      </a:pPr>
                      <a:r>
                        <a:rPr lang="en-IN" sz="1800"/>
                        <a:t>A031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97.29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4320469"/>
                  </a:ext>
                </a:extLst>
              </a:tr>
              <a:tr h="85758">
                <a:tc>
                  <a:txBody>
                    <a:bodyPr/>
                    <a:lstStyle/>
                    <a:p>
                      <a:pPr algn="ctr">
                        <a:buNone/>
                      </a:pPr>
                      <a:r>
                        <a:rPr lang="en-IN" sz="1800"/>
                        <a:t>A008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72.39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31042"/>
                  </a:ext>
                </a:extLst>
              </a:tr>
              <a:tr h="85758">
                <a:tc>
                  <a:txBody>
                    <a:bodyPr/>
                    <a:lstStyle/>
                    <a:p>
                      <a:pPr algn="ctr">
                        <a:buNone/>
                      </a:pPr>
                      <a:r>
                        <a:rPr lang="en-IN" sz="1800"/>
                        <a:t>A038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71.8</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6249879"/>
                  </a:ext>
                </a:extLst>
              </a:tr>
              <a:tr h="85758">
                <a:tc>
                  <a:txBody>
                    <a:bodyPr/>
                    <a:lstStyle/>
                    <a:p>
                      <a:pPr algn="ctr">
                        <a:buNone/>
                      </a:pPr>
                      <a:r>
                        <a:rPr lang="en-IN" sz="1800"/>
                        <a:t>A004</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98.25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950083"/>
                  </a:ext>
                </a:extLst>
              </a:tr>
              <a:tr h="85758">
                <a:tc>
                  <a:txBody>
                    <a:bodyPr/>
                    <a:lstStyle/>
                    <a:p>
                      <a:pPr algn="ctr">
                        <a:buNone/>
                      </a:pPr>
                      <a:r>
                        <a:rPr lang="en-IN" sz="1800"/>
                        <a:t>A010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R019</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70.45</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174535"/>
                  </a:ext>
                </a:extLst>
              </a:tr>
              <a:tr h="85758">
                <a:tc>
                  <a:txBody>
                    <a:bodyPr/>
                    <a:lstStyle/>
                    <a:p>
                      <a:pPr algn="ctr">
                        <a:buNone/>
                      </a:pPr>
                      <a:r>
                        <a:rPr lang="en-IN" sz="1800"/>
                        <a:t>A036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R020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87.21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5205620"/>
                  </a:ext>
                </a:extLst>
              </a:tr>
              <a:tr h="85758">
                <a:tc>
                  <a:txBody>
                    <a:bodyPr/>
                    <a:lstStyle/>
                    <a:p>
                      <a:pPr algn="ctr">
                        <a:buNone/>
                      </a:pPr>
                      <a:r>
                        <a:rPr lang="en-IN" sz="1800"/>
                        <a:t>A046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R020</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75.46</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2</a:t>
                      </a:r>
                    </a:p>
                  </a:txBody>
                  <a:tcPr marL="21757" marR="21757" marT="10878" marB="108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263778"/>
                  </a:ext>
                </a:extLst>
              </a:tr>
            </a:tbl>
          </a:graphicData>
        </a:graphic>
      </p:graphicFrame>
    </p:spTree>
    <p:extLst>
      <p:ext uri="{BB962C8B-B14F-4D97-AF65-F5344CB8AC3E}">
        <p14:creationId xmlns:p14="http://schemas.microsoft.com/office/powerpoint/2010/main" val="21700096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2ADF2E-A461-6322-A375-200B3940683B}"/>
              </a:ext>
            </a:extLst>
          </p:cNvPr>
          <p:cNvSpPr>
            <a:spLocks noGrp="1"/>
          </p:cNvSpPr>
          <p:nvPr>
            <p:ph idx="1"/>
          </p:nvPr>
        </p:nvSpPr>
        <p:spPr>
          <a:xfrm>
            <a:off x="0" y="120580"/>
            <a:ext cx="12192000" cy="6737420"/>
          </a:xfrm>
        </p:spPr>
        <p:txBody>
          <a:bodyPr>
            <a:normAutofit/>
          </a:bodyPr>
          <a:lstStyle/>
          <a:p>
            <a:r>
              <a:rPr lang="en-IN" sz="1800" b="1" u="sng" dirty="0"/>
              <a:t>Agents with on-time % &lt; 80%.</a:t>
            </a:r>
          </a:p>
          <a:p>
            <a:pPr marL="0" indent="0">
              <a:buNone/>
            </a:pPr>
            <a:r>
              <a:rPr lang="en-US" sz="1800" dirty="0"/>
              <a:t>SELECT </a:t>
            </a:r>
            <a:r>
              <a:rPr lang="en-US" sz="1800" dirty="0" err="1"/>
              <a:t>Agent_ID</a:t>
            </a:r>
            <a:r>
              <a:rPr lang="en-US" sz="1800" dirty="0"/>
              <a:t>, </a:t>
            </a:r>
            <a:r>
              <a:rPr lang="en-US" sz="1800" dirty="0" err="1"/>
              <a:t>Route_ID</a:t>
            </a:r>
            <a:r>
              <a:rPr lang="en-US" sz="1800" dirty="0"/>
              <a:t>, </a:t>
            </a:r>
            <a:r>
              <a:rPr lang="en-US" sz="1800" dirty="0" err="1"/>
              <a:t>On_Time_Percentage</a:t>
            </a:r>
            <a:endParaRPr lang="en-US" sz="1800" dirty="0"/>
          </a:p>
          <a:p>
            <a:pPr marL="0" indent="0">
              <a:buNone/>
            </a:pPr>
            <a:r>
              <a:rPr lang="en-US" sz="1800" dirty="0"/>
              <a:t>FROM </a:t>
            </a:r>
            <a:r>
              <a:rPr lang="en-US" sz="1800" dirty="0" err="1"/>
              <a:t>deliveryagents</a:t>
            </a:r>
            <a:endParaRPr lang="en-US" sz="1800" dirty="0"/>
          </a:p>
          <a:p>
            <a:pPr marL="0" indent="0">
              <a:buNone/>
            </a:pPr>
            <a:r>
              <a:rPr lang="en-US" sz="1800" dirty="0"/>
              <a:t>WHERE </a:t>
            </a:r>
            <a:r>
              <a:rPr lang="en-US" sz="1800" dirty="0" err="1"/>
              <a:t>On_Time_Percentage</a:t>
            </a:r>
            <a:r>
              <a:rPr lang="en-US" sz="1800" dirty="0"/>
              <a:t> &lt; 80</a:t>
            </a:r>
          </a:p>
          <a:p>
            <a:pPr marL="0" indent="0">
              <a:buNone/>
            </a:pPr>
            <a:r>
              <a:rPr lang="en-US" sz="1800" dirty="0"/>
              <a:t>ORDER BY </a:t>
            </a:r>
            <a:r>
              <a:rPr lang="en-US" sz="1800" dirty="0" err="1"/>
              <a:t>On_Time_Percentage</a:t>
            </a:r>
            <a:r>
              <a:rPr lang="en-US" sz="1800" dirty="0"/>
              <a:t> ASC;</a:t>
            </a:r>
          </a:p>
          <a:p>
            <a:pPr marL="0" indent="0">
              <a:buNone/>
            </a:pPr>
            <a:endParaRPr lang="en-US" sz="1800" dirty="0"/>
          </a:p>
          <a:p>
            <a:pPr marL="0" indent="0">
              <a:buNone/>
            </a:pPr>
            <a:r>
              <a:rPr lang="en-US" sz="1800" b="1" u="sng" dirty="0"/>
              <a:t>OUTPUT:</a:t>
            </a:r>
          </a:p>
          <a:p>
            <a:pPr marL="0" indent="0">
              <a:buNone/>
            </a:pPr>
            <a:endParaRPr lang="en-US" sz="1800" b="1" u="sng" dirty="0"/>
          </a:p>
        </p:txBody>
      </p:sp>
      <p:graphicFrame>
        <p:nvGraphicFramePr>
          <p:cNvPr id="4" name="Table 3">
            <a:extLst>
              <a:ext uri="{FF2B5EF4-FFF2-40B4-BE49-F238E27FC236}">
                <a16:creationId xmlns:a16="http://schemas.microsoft.com/office/drawing/2014/main" id="{8E4A45CC-8E48-3C60-A751-E84CD19FEE44}"/>
              </a:ext>
            </a:extLst>
          </p:cNvPr>
          <p:cNvGraphicFramePr>
            <a:graphicFrameLocks noGrp="1"/>
          </p:cNvGraphicFramePr>
          <p:nvPr>
            <p:extLst>
              <p:ext uri="{D42A27DB-BD31-4B8C-83A1-F6EECF244321}">
                <p14:modId xmlns:p14="http://schemas.microsoft.com/office/powerpoint/2010/main" val="982770737"/>
              </p:ext>
            </p:extLst>
          </p:nvPr>
        </p:nvGraphicFramePr>
        <p:xfrm>
          <a:off x="1195754" y="2916434"/>
          <a:ext cx="9837336" cy="6262872"/>
        </p:xfrm>
        <a:graphic>
          <a:graphicData uri="http://schemas.openxmlformats.org/drawingml/2006/table">
            <a:tbl>
              <a:tblPr firstRow="1">
                <a:tableStyleId>{306799F8-075E-4A3A-A7F6-7FBC6576F1A4}</a:tableStyleId>
              </a:tblPr>
              <a:tblGrid>
                <a:gridCol w="3279112">
                  <a:extLst>
                    <a:ext uri="{9D8B030D-6E8A-4147-A177-3AD203B41FA5}">
                      <a16:colId xmlns:a16="http://schemas.microsoft.com/office/drawing/2014/main" val="1916528144"/>
                    </a:ext>
                  </a:extLst>
                </a:gridCol>
                <a:gridCol w="3279112">
                  <a:extLst>
                    <a:ext uri="{9D8B030D-6E8A-4147-A177-3AD203B41FA5}">
                      <a16:colId xmlns:a16="http://schemas.microsoft.com/office/drawing/2014/main" val="1334965494"/>
                    </a:ext>
                  </a:extLst>
                </a:gridCol>
                <a:gridCol w="3279112">
                  <a:extLst>
                    <a:ext uri="{9D8B030D-6E8A-4147-A177-3AD203B41FA5}">
                      <a16:colId xmlns:a16="http://schemas.microsoft.com/office/drawing/2014/main" val="1304117315"/>
                    </a:ext>
                  </a:extLst>
                </a:gridCol>
              </a:tblGrid>
              <a:tr h="221650">
                <a:tc>
                  <a:txBody>
                    <a:bodyPr/>
                    <a:lstStyle/>
                    <a:p>
                      <a:pPr algn="ctr">
                        <a:buNone/>
                      </a:pPr>
                      <a:r>
                        <a:rPr lang="en-US" sz="1600" u="sng" dirty="0" err="1">
                          <a:solidFill>
                            <a:schemeClr val="bg1"/>
                          </a:solidFill>
                        </a:rPr>
                        <a:t>Agent_ID</a:t>
                      </a:r>
                      <a:endParaRPr lang="en-IN" sz="1600" u="sng" dirty="0">
                        <a:solidFill>
                          <a:schemeClr val="bg1"/>
                        </a:solidFill>
                      </a:endParaRP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u="sng" dirty="0" err="1">
                          <a:solidFill>
                            <a:schemeClr val="bg1"/>
                          </a:solidFill>
                        </a:rPr>
                        <a:t>Route_ID</a:t>
                      </a:r>
                      <a:endParaRPr lang="en-IN" sz="1600" u="sng" dirty="0">
                        <a:solidFill>
                          <a:schemeClr val="bg1"/>
                        </a:solidFill>
                      </a:endParaRP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US" sz="1600" u="sng" dirty="0" err="1">
                          <a:solidFill>
                            <a:schemeClr val="bg1"/>
                          </a:solidFill>
                        </a:rPr>
                        <a:t>On_Time_Percentage</a:t>
                      </a:r>
                      <a:endParaRPr lang="en-IN" sz="1600" u="sng" dirty="0">
                        <a:solidFill>
                          <a:schemeClr val="bg1"/>
                        </a:solidFill>
                      </a:endParaRP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684932093"/>
                  </a:ext>
                </a:extLst>
              </a:tr>
              <a:tr h="221650">
                <a:tc>
                  <a:txBody>
                    <a:bodyPr/>
                    <a:lstStyle/>
                    <a:p>
                      <a:pPr algn="ctr">
                        <a:buNone/>
                      </a:pPr>
                      <a:r>
                        <a:rPr lang="en-IN" sz="1600" dirty="0">
                          <a:solidFill>
                            <a:schemeClr val="tx1"/>
                          </a:solidFill>
                        </a:rPr>
                        <a:t>A010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rPr>
                        <a:t>R019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rPr>
                        <a:t>70.45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983160"/>
                  </a:ext>
                </a:extLst>
              </a:tr>
              <a:tr h="221650">
                <a:tc>
                  <a:txBody>
                    <a:bodyPr/>
                    <a:lstStyle/>
                    <a:p>
                      <a:pPr algn="ctr">
                        <a:buNone/>
                      </a:pPr>
                      <a:r>
                        <a:rPr lang="en-IN" sz="1600">
                          <a:solidFill>
                            <a:schemeClr val="tx1"/>
                          </a:solidFill>
                        </a:rPr>
                        <a:t>A011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rPr>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919834"/>
                  </a:ext>
                </a:extLst>
              </a:tr>
              <a:tr h="221650">
                <a:tc>
                  <a:txBody>
                    <a:bodyPr/>
                    <a:lstStyle/>
                    <a:p>
                      <a:pPr algn="ctr">
                        <a:buNone/>
                      </a:pPr>
                      <a:r>
                        <a:rPr lang="en-IN" sz="1600">
                          <a:solidFill>
                            <a:schemeClr val="tx1"/>
                          </a:solidFill>
                        </a:rPr>
                        <a:t>A038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1561440"/>
                  </a:ext>
                </a:extLst>
              </a:tr>
              <a:tr h="221650">
                <a:tc>
                  <a:txBody>
                    <a:bodyPr/>
                    <a:lstStyle/>
                    <a:p>
                      <a:pPr algn="ctr">
                        <a:buNone/>
                      </a:pPr>
                      <a:r>
                        <a:rPr lang="en-IN" sz="1600">
                          <a:solidFill>
                            <a:schemeClr val="tx1"/>
                          </a:solidFill>
                        </a:rPr>
                        <a:t>A008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72.39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385580"/>
                  </a:ext>
                </a:extLst>
              </a:tr>
              <a:tr h="221650">
                <a:tc>
                  <a:txBody>
                    <a:bodyPr/>
                    <a:lstStyle/>
                    <a:p>
                      <a:pPr algn="ctr">
                        <a:buNone/>
                      </a:pPr>
                      <a:r>
                        <a:rPr lang="en-IN" sz="1600">
                          <a:solidFill>
                            <a:schemeClr val="tx1"/>
                          </a:solidFill>
                        </a:rPr>
                        <a:t>A039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72.6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042624"/>
                  </a:ext>
                </a:extLst>
              </a:tr>
              <a:tr h="221650">
                <a:tc>
                  <a:txBody>
                    <a:bodyPr/>
                    <a:lstStyle/>
                    <a:p>
                      <a:pPr algn="ctr">
                        <a:buNone/>
                      </a:pPr>
                      <a:r>
                        <a:rPr lang="en-IN" sz="1600">
                          <a:solidFill>
                            <a:schemeClr val="tx1"/>
                          </a:solidFill>
                        </a:rPr>
                        <a:t>A050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72.75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6723965"/>
                  </a:ext>
                </a:extLst>
              </a:tr>
              <a:tr h="221650">
                <a:tc>
                  <a:txBody>
                    <a:bodyPr/>
                    <a:lstStyle/>
                    <a:p>
                      <a:pPr algn="ctr">
                        <a:buNone/>
                      </a:pPr>
                      <a:r>
                        <a:rPr lang="en-IN" sz="1600">
                          <a:solidFill>
                            <a:schemeClr val="tx1"/>
                          </a:solidFill>
                        </a:rPr>
                        <a:t>A018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73.21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5660740"/>
                  </a:ext>
                </a:extLst>
              </a:tr>
              <a:tr h="221650">
                <a:tc>
                  <a:txBody>
                    <a:bodyPr/>
                    <a:lstStyle/>
                    <a:p>
                      <a:pPr algn="ctr">
                        <a:buNone/>
                      </a:pPr>
                      <a:r>
                        <a:rPr lang="en-IN" sz="1600">
                          <a:solidFill>
                            <a:schemeClr val="tx1"/>
                          </a:solidFill>
                        </a:rPr>
                        <a:t>A027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73.8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3497420"/>
                  </a:ext>
                </a:extLst>
              </a:tr>
              <a:tr h="221650">
                <a:tc>
                  <a:txBody>
                    <a:bodyPr/>
                    <a:lstStyle/>
                    <a:p>
                      <a:pPr algn="ctr">
                        <a:buNone/>
                      </a:pPr>
                      <a:r>
                        <a:rPr lang="en-IN" sz="1600">
                          <a:solidFill>
                            <a:schemeClr val="tx1"/>
                          </a:solidFill>
                        </a:rPr>
                        <a:t>A003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74.15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4609840"/>
                  </a:ext>
                </a:extLst>
              </a:tr>
              <a:tr h="221650">
                <a:tc>
                  <a:txBody>
                    <a:bodyPr/>
                    <a:lstStyle/>
                    <a:p>
                      <a:pPr algn="ctr">
                        <a:buNone/>
                      </a:pPr>
                      <a:r>
                        <a:rPr lang="en-IN" sz="1600">
                          <a:solidFill>
                            <a:schemeClr val="tx1"/>
                          </a:solidFill>
                        </a:rPr>
                        <a:t>A023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74.21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77751"/>
                  </a:ext>
                </a:extLst>
              </a:tr>
              <a:tr h="221650">
                <a:tc>
                  <a:txBody>
                    <a:bodyPr/>
                    <a:lstStyle/>
                    <a:p>
                      <a:pPr algn="ctr">
                        <a:buNone/>
                      </a:pPr>
                      <a:r>
                        <a:rPr lang="en-IN" sz="1600">
                          <a:solidFill>
                            <a:schemeClr val="tx1"/>
                          </a:solidFill>
                        </a:rPr>
                        <a:t>A028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74.47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1355805"/>
                  </a:ext>
                </a:extLst>
              </a:tr>
              <a:tr h="221650">
                <a:tc>
                  <a:txBody>
                    <a:bodyPr/>
                    <a:lstStyle/>
                    <a:p>
                      <a:pPr algn="ctr">
                        <a:buNone/>
                      </a:pPr>
                      <a:r>
                        <a:rPr lang="en-IN" sz="1600">
                          <a:solidFill>
                            <a:schemeClr val="tx1"/>
                          </a:solidFill>
                        </a:rPr>
                        <a:t>A035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74.5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496502"/>
                  </a:ext>
                </a:extLst>
              </a:tr>
              <a:tr h="221650">
                <a:tc>
                  <a:txBody>
                    <a:bodyPr/>
                    <a:lstStyle/>
                    <a:p>
                      <a:pPr algn="ctr">
                        <a:buNone/>
                      </a:pPr>
                      <a:r>
                        <a:rPr lang="en-IN" sz="1600">
                          <a:solidFill>
                            <a:schemeClr val="tx1"/>
                          </a:solidFill>
                        </a:rPr>
                        <a:t>A046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75.46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0210722"/>
                  </a:ext>
                </a:extLst>
              </a:tr>
              <a:tr h="221650">
                <a:tc>
                  <a:txBody>
                    <a:bodyPr/>
                    <a:lstStyle/>
                    <a:p>
                      <a:pPr algn="ctr">
                        <a:buNone/>
                      </a:pPr>
                      <a:r>
                        <a:rPr lang="en-IN" sz="1600">
                          <a:solidFill>
                            <a:schemeClr val="tx1"/>
                          </a:solidFill>
                        </a:rPr>
                        <a:t>A030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76.6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054217"/>
                  </a:ext>
                </a:extLst>
              </a:tr>
              <a:tr h="221650">
                <a:tc>
                  <a:txBody>
                    <a:bodyPr/>
                    <a:lstStyle/>
                    <a:p>
                      <a:pPr algn="ctr">
                        <a:buNone/>
                      </a:pPr>
                      <a:r>
                        <a:rPr lang="en-IN" sz="1600">
                          <a:solidFill>
                            <a:schemeClr val="tx1"/>
                          </a:solidFill>
                        </a:rPr>
                        <a:t>A020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77.65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5900585"/>
                  </a:ext>
                </a:extLst>
              </a:tr>
              <a:tr h="221650">
                <a:tc>
                  <a:txBody>
                    <a:bodyPr/>
                    <a:lstStyle/>
                    <a:p>
                      <a:pPr algn="ctr">
                        <a:buNone/>
                      </a:pPr>
                      <a:r>
                        <a:rPr lang="en-IN" sz="1600">
                          <a:solidFill>
                            <a:schemeClr val="tx1"/>
                          </a:solidFill>
                        </a:rPr>
                        <a:t>A040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77.83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422871"/>
                  </a:ext>
                </a:extLst>
              </a:tr>
              <a:tr h="221650">
                <a:tc>
                  <a:txBody>
                    <a:bodyPr/>
                    <a:lstStyle/>
                    <a:p>
                      <a:pPr algn="ctr">
                        <a:buNone/>
                      </a:pPr>
                      <a:r>
                        <a:rPr lang="en-IN" sz="1600">
                          <a:solidFill>
                            <a:schemeClr val="tx1"/>
                          </a:solidFill>
                        </a:rPr>
                        <a:t>A048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77.92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283320"/>
                  </a:ext>
                </a:extLst>
              </a:tr>
              <a:tr h="221650">
                <a:tc>
                  <a:txBody>
                    <a:bodyPr/>
                    <a:lstStyle/>
                    <a:p>
                      <a:pPr algn="ctr">
                        <a:buNone/>
                      </a:pPr>
                      <a:r>
                        <a:rPr lang="en-IN" sz="1600">
                          <a:solidFill>
                            <a:schemeClr val="tx1"/>
                          </a:solidFill>
                        </a:rPr>
                        <a:t>A016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78.39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7740940"/>
                  </a:ext>
                </a:extLst>
              </a:tr>
              <a:tr h="221650">
                <a:tc>
                  <a:txBody>
                    <a:bodyPr/>
                    <a:lstStyle/>
                    <a:p>
                      <a:pPr algn="ctr">
                        <a:buNone/>
                      </a:pPr>
                      <a:r>
                        <a:rPr lang="en-IN" sz="1600">
                          <a:solidFill>
                            <a:schemeClr val="tx1"/>
                          </a:solidFill>
                        </a:rPr>
                        <a:t>A037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R001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78.94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9056280"/>
                  </a:ext>
                </a:extLst>
              </a:tr>
              <a:tr h="221650">
                <a:tc>
                  <a:txBody>
                    <a:bodyPr/>
                    <a:lstStyle/>
                    <a:p>
                      <a:pPr algn="ctr">
                        <a:buNone/>
                      </a:pPr>
                      <a:r>
                        <a:rPr lang="en-IN" sz="1600">
                          <a:solidFill>
                            <a:schemeClr val="tx1"/>
                          </a:solidFill>
                        </a:rPr>
                        <a:t>A043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solidFill>
                            <a:schemeClr val="tx1"/>
                          </a:solidFill>
                        </a:rPr>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rPr>
                        <a:t>79.51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6923576"/>
                  </a:ext>
                </a:extLst>
              </a:tr>
            </a:tbl>
          </a:graphicData>
        </a:graphic>
      </p:graphicFrame>
    </p:spTree>
    <p:extLst>
      <p:ext uri="{BB962C8B-B14F-4D97-AF65-F5344CB8AC3E}">
        <p14:creationId xmlns:p14="http://schemas.microsoft.com/office/powerpoint/2010/main" val="41057025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782F6C-EB23-00C1-AF01-90CA1A58D733}"/>
              </a:ext>
            </a:extLst>
          </p:cNvPr>
          <p:cNvSpPr>
            <a:spLocks noGrp="1"/>
          </p:cNvSpPr>
          <p:nvPr>
            <p:ph idx="1"/>
          </p:nvPr>
        </p:nvSpPr>
        <p:spPr>
          <a:xfrm>
            <a:off x="0" y="0"/>
            <a:ext cx="12192000" cy="6858000"/>
          </a:xfrm>
        </p:spPr>
        <p:txBody>
          <a:bodyPr>
            <a:normAutofit/>
          </a:bodyPr>
          <a:lstStyle/>
          <a:p>
            <a:r>
              <a:rPr lang="en-US" sz="1800" b="1" u="sng" dirty="0"/>
              <a:t>Average speed of top 5 vs bottom 5 agents using subqueries.</a:t>
            </a:r>
          </a:p>
          <a:p>
            <a:pPr marL="0" indent="0">
              <a:buNone/>
            </a:pPr>
            <a:endParaRPr lang="en-US" sz="1800" dirty="0"/>
          </a:p>
          <a:p>
            <a:pPr marL="0" indent="0">
              <a:buNone/>
            </a:pPr>
            <a:r>
              <a:rPr lang="en-IN" sz="1800" dirty="0"/>
              <a:t>SELECT 'Top 5 Agents' AS </a:t>
            </a:r>
            <a:r>
              <a:rPr lang="en-IN" sz="1800" dirty="0" err="1"/>
              <a:t>Group_Name</a:t>
            </a:r>
            <a:r>
              <a:rPr lang="en-IN" sz="1800" dirty="0"/>
              <a:t>,</a:t>
            </a:r>
          </a:p>
          <a:p>
            <a:pPr marL="0" indent="0">
              <a:buNone/>
            </a:pPr>
            <a:r>
              <a:rPr lang="en-IN" sz="1800" dirty="0"/>
              <a:t>AVG(</a:t>
            </a:r>
            <a:r>
              <a:rPr lang="en-IN" sz="1800" dirty="0" err="1"/>
              <a:t>Avg_Speed_KM_HR</a:t>
            </a:r>
            <a:r>
              <a:rPr lang="en-IN" sz="1800" dirty="0"/>
              <a:t>) AS </a:t>
            </a:r>
            <a:r>
              <a:rPr lang="en-IN" sz="1800" dirty="0" err="1"/>
              <a:t>Avg_Speed</a:t>
            </a:r>
            <a:endParaRPr lang="en-IN" sz="1800" dirty="0"/>
          </a:p>
          <a:p>
            <a:pPr marL="0" indent="0">
              <a:buNone/>
            </a:pPr>
            <a:r>
              <a:rPr lang="en-IN" sz="1800" dirty="0"/>
              <a:t>FROM (</a:t>
            </a:r>
          </a:p>
          <a:p>
            <a:pPr marL="0" indent="0">
              <a:buNone/>
            </a:pPr>
            <a:r>
              <a:rPr lang="en-IN" sz="1800" dirty="0"/>
              <a:t>SELECT </a:t>
            </a:r>
            <a:r>
              <a:rPr lang="en-IN" sz="1800" dirty="0" err="1"/>
              <a:t>Avg_Speed_KM_HR</a:t>
            </a:r>
            <a:endParaRPr lang="en-IN" sz="1800" dirty="0"/>
          </a:p>
          <a:p>
            <a:pPr marL="0" indent="0">
              <a:buNone/>
            </a:pPr>
            <a:r>
              <a:rPr lang="en-IN" sz="1800" dirty="0"/>
              <a:t>FROM </a:t>
            </a:r>
            <a:r>
              <a:rPr lang="en-IN" sz="1800" dirty="0" err="1"/>
              <a:t>deliveryagents</a:t>
            </a:r>
            <a:endParaRPr lang="en-IN" sz="1800" dirty="0"/>
          </a:p>
          <a:p>
            <a:pPr marL="0" indent="0">
              <a:buNone/>
            </a:pPr>
            <a:r>
              <a:rPr lang="en-IN" sz="1800" dirty="0"/>
              <a:t>ORDER BY </a:t>
            </a:r>
            <a:r>
              <a:rPr lang="en-IN" sz="1800" dirty="0" err="1"/>
              <a:t>Avg_Speed_KM_HR</a:t>
            </a:r>
            <a:r>
              <a:rPr lang="en-IN" sz="1800" dirty="0"/>
              <a:t> DESC LIMIT 5) AS TOP_AGENTS</a:t>
            </a:r>
          </a:p>
          <a:p>
            <a:pPr marL="0" indent="0">
              <a:buNone/>
            </a:pPr>
            <a:r>
              <a:rPr lang="en-IN" sz="1800" dirty="0"/>
              <a:t>UNION ALL</a:t>
            </a:r>
          </a:p>
          <a:p>
            <a:pPr marL="0" indent="0">
              <a:buNone/>
            </a:pPr>
            <a:r>
              <a:rPr lang="en-IN" sz="1800" dirty="0"/>
              <a:t>SELECT 'Bottom 5 Agents' AS </a:t>
            </a:r>
            <a:r>
              <a:rPr lang="en-IN" sz="1800" dirty="0" err="1"/>
              <a:t>Group_Name</a:t>
            </a:r>
            <a:r>
              <a:rPr lang="en-IN" sz="1800" dirty="0"/>
              <a:t>,</a:t>
            </a:r>
          </a:p>
          <a:p>
            <a:pPr marL="0" indent="0">
              <a:buNone/>
            </a:pPr>
            <a:r>
              <a:rPr lang="en-IN" sz="1800" dirty="0"/>
              <a:t>AVG(</a:t>
            </a:r>
            <a:r>
              <a:rPr lang="en-IN" sz="1800" dirty="0" err="1"/>
              <a:t>Avg_Speed_KM_HR</a:t>
            </a:r>
            <a:r>
              <a:rPr lang="en-IN" sz="1800" dirty="0"/>
              <a:t>) AS </a:t>
            </a:r>
            <a:r>
              <a:rPr lang="en-IN" sz="1800" dirty="0" err="1"/>
              <a:t>Avg_Speed</a:t>
            </a:r>
            <a:endParaRPr lang="en-IN" sz="1800" dirty="0"/>
          </a:p>
          <a:p>
            <a:pPr marL="0" indent="0">
              <a:buNone/>
            </a:pPr>
            <a:r>
              <a:rPr lang="en-IN" sz="1800" dirty="0"/>
              <a:t>FROM (SELECT </a:t>
            </a:r>
            <a:r>
              <a:rPr lang="en-IN" sz="1800" dirty="0" err="1"/>
              <a:t>Avg_Speed_KM_HR</a:t>
            </a:r>
            <a:endParaRPr lang="en-IN" sz="1800" dirty="0"/>
          </a:p>
          <a:p>
            <a:pPr marL="0" indent="0">
              <a:buNone/>
            </a:pPr>
            <a:r>
              <a:rPr lang="en-IN" sz="1800" dirty="0"/>
              <a:t>FROM </a:t>
            </a:r>
            <a:r>
              <a:rPr lang="en-IN" sz="1800" dirty="0" err="1"/>
              <a:t>deliveryagents</a:t>
            </a:r>
            <a:endParaRPr lang="en-IN" sz="1800" dirty="0"/>
          </a:p>
          <a:p>
            <a:pPr marL="0" indent="0">
              <a:buNone/>
            </a:pPr>
            <a:r>
              <a:rPr lang="en-IN" sz="1800" dirty="0"/>
              <a:t>ORDER BY </a:t>
            </a:r>
            <a:r>
              <a:rPr lang="en-IN" sz="1800" dirty="0" err="1"/>
              <a:t>Avg_Speed_KM_HR</a:t>
            </a:r>
            <a:r>
              <a:rPr lang="en-IN" sz="1800" dirty="0"/>
              <a:t> ASC LIMIT 5) AS BOTTOM_AGENTS;</a:t>
            </a:r>
          </a:p>
          <a:p>
            <a:pPr marL="0" indent="0">
              <a:buNone/>
            </a:pPr>
            <a:endParaRPr lang="en-IN" sz="1800" dirty="0"/>
          </a:p>
        </p:txBody>
      </p:sp>
    </p:spTree>
    <p:extLst>
      <p:ext uri="{BB962C8B-B14F-4D97-AF65-F5344CB8AC3E}">
        <p14:creationId xmlns:p14="http://schemas.microsoft.com/office/powerpoint/2010/main" val="210255629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308B6B-54E8-FCFE-850B-8FCEB0494F89}"/>
              </a:ext>
            </a:extLst>
          </p:cNvPr>
          <p:cNvSpPr>
            <a:spLocks noGrp="1"/>
          </p:cNvSpPr>
          <p:nvPr>
            <p:ph idx="1"/>
          </p:nvPr>
        </p:nvSpPr>
        <p:spPr>
          <a:xfrm>
            <a:off x="0" y="120580"/>
            <a:ext cx="12192000" cy="6737420"/>
          </a:xfrm>
        </p:spPr>
        <p:txBody>
          <a:bodyPr>
            <a:normAutofit/>
          </a:bodyPr>
          <a:lstStyle/>
          <a:p>
            <a:pPr marL="0" indent="0">
              <a:buNone/>
            </a:pPr>
            <a:r>
              <a:rPr lang="en-US" sz="1800" b="1" u="sng" dirty="0"/>
              <a:t>OUTPUT:</a:t>
            </a:r>
          </a:p>
          <a:p>
            <a:pPr marL="0" indent="0">
              <a:buNone/>
            </a:pPr>
            <a:endParaRPr lang="en-IN" sz="1800" b="1" dirty="0"/>
          </a:p>
        </p:txBody>
      </p:sp>
      <p:graphicFrame>
        <p:nvGraphicFramePr>
          <p:cNvPr id="4" name="Table 3">
            <a:extLst>
              <a:ext uri="{FF2B5EF4-FFF2-40B4-BE49-F238E27FC236}">
                <a16:creationId xmlns:a16="http://schemas.microsoft.com/office/drawing/2014/main" id="{5B17E79E-6A4A-F18C-4E5C-94E01CEDEE2B}"/>
              </a:ext>
            </a:extLst>
          </p:cNvPr>
          <p:cNvGraphicFramePr>
            <a:graphicFrameLocks noGrp="1"/>
          </p:cNvGraphicFramePr>
          <p:nvPr>
            <p:extLst>
              <p:ext uri="{D42A27DB-BD31-4B8C-83A1-F6EECF244321}">
                <p14:modId xmlns:p14="http://schemas.microsoft.com/office/powerpoint/2010/main" val="3421725175"/>
              </p:ext>
            </p:extLst>
          </p:nvPr>
        </p:nvGraphicFramePr>
        <p:xfrm>
          <a:off x="476459" y="1917265"/>
          <a:ext cx="10515600" cy="2113110"/>
        </p:xfrm>
        <a:graphic>
          <a:graphicData uri="http://schemas.openxmlformats.org/drawingml/2006/table">
            <a:tbl>
              <a:tblPr firstRow="1"/>
              <a:tblGrid>
                <a:gridCol w="5257800">
                  <a:extLst>
                    <a:ext uri="{9D8B030D-6E8A-4147-A177-3AD203B41FA5}">
                      <a16:colId xmlns:a16="http://schemas.microsoft.com/office/drawing/2014/main" val="838631548"/>
                    </a:ext>
                  </a:extLst>
                </a:gridCol>
                <a:gridCol w="5257800">
                  <a:extLst>
                    <a:ext uri="{9D8B030D-6E8A-4147-A177-3AD203B41FA5}">
                      <a16:colId xmlns:a16="http://schemas.microsoft.com/office/drawing/2014/main" val="1090725162"/>
                    </a:ext>
                  </a:extLst>
                </a:gridCol>
              </a:tblGrid>
              <a:tr h="704370">
                <a:tc>
                  <a:txBody>
                    <a:bodyPr/>
                    <a:lstStyle/>
                    <a:p>
                      <a:pPr algn="ctr">
                        <a:buNone/>
                      </a:pPr>
                      <a:r>
                        <a:rPr lang="en-US" b="1" u="sng" dirty="0" err="1">
                          <a:solidFill>
                            <a:schemeClr val="bg1"/>
                          </a:solidFill>
                        </a:rPr>
                        <a:t>Group_Name</a:t>
                      </a:r>
                      <a:endParaRPr lang="en-IN" b="1" u="sng"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buNone/>
                      </a:pPr>
                      <a:r>
                        <a:rPr lang="en-US" b="1" u="sng" dirty="0" err="1">
                          <a:solidFill>
                            <a:schemeClr val="bg1"/>
                          </a:solidFill>
                        </a:rPr>
                        <a:t>Avg_Speed</a:t>
                      </a:r>
                      <a:endParaRPr lang="en-IN" b="1" u="sng"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571511687"/>
                  </a:ext>
                </a:extLst>
              </a:tr>
              <a:tr h="704370">
                <a:tc>
                  <a:txBody>
                    <a:bodyPr/>
                    <a:lstStyle/>
                    <a:p>
                      <a:pPr algn="ctr">
                        <a:buNone/>
                      </a:pPr>
                      <a:r>
                        <a:rPr lang="en-IN"/>
                        <a:t>Top 5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78.8000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3226337"/>
                  </a:ext>
                </a:extLst>
              </a:tr>
              <a:tr h="704370">
                <a:tc>
                  <a:txBody>
                    <a:bodyPr/>
                    <a:lstStyle/>
                    <a:p>
                      <a:pPr algn="ctr">
                        <a:buNone/>
                      </a:pPr>
                      <a:r>
                        <a:rPr lang="en-IN"/>
                        <a:t>Bottom 5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33.6000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8652225"/>
                  </a:ext>
                </a:extLst>
              </a:tr>
            </a:tbl>
          </a:graphicData>
        </a:graphic>
      </p:graphicFrame>
    </p:spTree>
    <p:extLst>
      <p:ext uri="{BB962C8B-B14F-4D97-AF65-F5344CB8AC3E}">
        <p14:creationId xmlns:p14="http://schemas.microsoft.com/office/powerpoint/2010/main" val="16829048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6F600-76B1-2CA2-1607-9B56CC63B2DF}"/>
              </a:ext>
            </a:extLst>
          </p:cNvPr>
          <p:cNvSpPr>
            <a:spLocks noGrp="1"/>
          </p:cNvSpPr>
          <p:nvPr>
            <p:ph type="title"/>
          </p:nvPr>
        </p:nvSpPr>
        <p:spPr>
          <a:xfrm>
            <a:off x="0" y="18255"/>
            <a:ext cx="10515600" cy="1325563"/>
          </a:xfrm>
        </p:spPr>
        <p:txBody>
          <a:bodyPr/>
          <a:lstStyle/>
          <a:p>
            <a:r>
              <a:rPr lang="en-US" b="1" dirty="0"/>
              <a:t>Task 6 (Shipment Tracking Analytics)</a:t>
            </a:r>
            <a:endParaRPr lang="en-IN" b="1" dirty="0"/>
          </a:p>
        </p:txBody>
      </p:sp>
      <p:sp>
        <p:nvSpPr>
          <p:cNvPr id="3" name="Content Placeholder 2">
            <a:extLst>
              <a:ext uri="{FF2B5EF4-FFF2-40B4-BE49-F238E27FC236}">
                <a16:creationId xmlns:a16="http://schemas.microsoft.com/office/drawing/2014/main" id="{B8D3BB9B-30F1-2D80-E4BA-439D18C4676C}"/>
              </a:ext>
            </a:extLst>
          </p:cNvPr>
          <p:cNvSpPr>
            <a:spLocks noGrp="1"/>
          </p:cNvSpPr>
          <p:nvPr>
            <p:ph idx="1"/>
          </p:nvPr>
        </p:nvSpPr>
        <p:spPr>
          <a:xfrm>
            <a:off x="0" y="1382206"/>
            <a:ext cx="12192000" cy="5475793"/>
          </a:xfrm>
        </p:spPr>
        <p:txBody>
          <a:bodyPr>
            <a:normAutofit/>
          </a:bodyPr>
          <a:lstStyle/>
          <a:p>
            <a:r>
              <a:rPr lang="en-US" sz="1800" b="1" u="sng" dirty="0"/>
              <a:t>For each order, list the last checkpoint and time.</a:t>
            </a:r>
          </a:p>
          <a:p>
            <a:pPr marL="0" indent="0">
              <a:buNone/>
            </a:pPr>
            <a:r>
              <a:rPr lang="en-US" sz="1800" dirty="0"/>
              <a:t>WITH </a:t>
            </a:r>
            <a:r>
              <a:rPr lang="en-US" sz="1800" dirty="0" err="1"/>
              <a:t>RankedCheckpoints</a:t>
            </a:r>
            <a:r>
              <a:rPr lang="en-US" sz="1800" dirty="0"/>
              <a:t> AS (	</a:t>
            </a:r>
          </a:p>
          <a:p>
            <a:pPr marL="0" indent="0">
              <a:buNone/>
            </a:pPr>
            <a:r>
              <a:rPr lang="en-US" sz="1800" dirty="0"/>
              <a:t>	SELECT </a:t>
            </a:r>
            <a:r>
              <a:rPr lang="en-US" sz="1800" dirty="0" err="1"/>
              <a:t>Order_ID</a:t>
            </a:r>
            <a:r>
              <a:rPr lang="en-US" sz="1800" dirty="0"/>
              <a:t>, Checkpoint, </a:t>
            </a:r>
            <a:r>
              <a:rPr lang="en-US" sz="1800" dirty="0" err="1"/>
              <a:t>Checkpoint_Time</a:t>
            </a:r>
            <a:r>
              <a:rPr lang="en-US" sz="1800" dirty="0"/>
              <a:t>,    </a:t>
            </a:r>
          </a:p>
          <a:p>
            <a:pPr marL="0" indent="0">
              <a:buNone/>
            </a:pPr>
            <a:r>
              <a:rPr lang="en-US" sz="1800" dirty="0"/>
              <a:t>	ROW_NUMBER() OVER(PARTITION BY </a:t>
            </a:r>
            <a:r>
              <a:rPr lang="en-US" sz="1800" dirty="0" err="1"/>
              <a:t>Order_ID</a:t>
            </a:r>
            <a:r>
              <a:rPr lang="en-US" sz="1800" dirty="0"/>
              <a:t> ORDER BY </a:t>
            </a:r>
            <a:r>
              <a:rPr lang="en-US" sz="1800" dirty="0" err="1"/>
              <a:t>Checkpoint_Time</a:t>
            </a:r>
            <a:r>
              <a:rPr lang="en-US" sz="1800" dirty="0"/>
              <a:t> DESC) AS </a:t>
            </a:r>
            <a:r>
              <a:rPr lang="en-US" sz="1800" dirty="0" err="1"/>
              <a:t>rn</a:t>
            </a:r>
            <a:r>
              <a:rPr lang="en-US" sz="1800" dirty="0"/>
              <a:t>    </a:t>
            </a:r>
          </a:p>
          <a:p>
            <a:pPr marL="0" indent="0">
              <a:buNone/>
            </a:pPr>
            <a:r>
              <a:rPr lang="en-US" sz="1800" dirty="0"/>
              <a:t>	FROM </a:t>
            </a:r>
            <a:r>
              <a:rPr lang="en-US" sz="1800" dirty="0" err="1"/>
              <a:t>shipment_tracking</a:t>
            </a:r>
            <a:endParaRPr lang="en-US" sz="1800" dirty="0"/>
          </a:p>
          <a:p>
            <a:pPr marL="0" indent="0">
              <a:buNone/>
            </a:pPr>
            <a:r>
              <a:rPr lang="en-US" sz="1800" dirty="0"/>
              <a:t>)</a:t>
            </a:r>
          </a:p>
          <a:p>
            <a:pPr marL="0" indent="0">
              <a:buNone/>
            </a:pPr>
            <a:r>
              <a:rPr lang="en-US" sz="1800" dirty="0"/>
              <a:t>SELECT </a:t>
            </a:r>
            <a:r>
              <a:rPr lang="en-US" sz="1800" dirty="0" err="1"/>
              <a:t>Order_ID</a:t>
            </a:r>
            <a:r>
              <a:rPr lang="en-US" sz="1800" dirty="0"/>
              <a:t>, Checkpoint AS </a:t>
            </a:r>
            <a:r>
              <a:rPr lang="en-US" sz="1800" dirty="0" err="1"/>
              <a:t>Last_Checkpoint</a:t>
            </a:r>
            <a:r>
              <a:rPr lang="en-US" sz="1800" dirty="0"/>
              <a:t>, </a:t>
            </a:r>
            <a:r>
              <a:rPr lang="en-US" sz="1800" dirty="0" err="1"/>
              <a:t>Checkpoint_Time</a:t>
            </a:r>
            <a:r>
              <a:rPr lang="en-US" sz="1800" dirty="0"/>
              <a:t> AS </a:t>
            </a:r>
            <a:r>
              <a:rPr lang="en-US" sz="1800" dirty="0" err="1"/>
              <a:t>Last_Checkpoint_Time</a:t>
            </a:r>
            <a:endParaRPr lang="en-US" sz="1800" dirty="0"/>
          </a:p>
          <a:p>
            <a:pPr marL="0" indent="0">
              <a:buNone/>
            </a:pPr>
            <a:r>
              <a:rPr lang="en-US" sz="1800" dirty="0"/>
              <a:t>FROM </a:t>
            </a:r>
            <a:r>
              <a:rPr lang="en-US" sz="1800" dirty="0" err="1"/>
              <a:t>RankedCheckpoints</a:t>
            </a:r>
            <a:r>
              <a:rPr lang="en-US" sz="1800" dirty="0"/>
              <a:t> WHERE </a:t>
            </a:r>
            <a:r>
              <a:rPr lang="en-US" sz="1800" dirty="0" err="1"/>
              <a:t>rn</a:t>
            </a:r>
            <a:r>
              <a:rPr lang="en-US" sz="1800" dirty="0"/>
              <a:t> = 1</a:t>
            </a:r>
          </a:p>
          <a:p>
            <a:pPr marL="0" indent="0">
              <a:buNone/>
            </a:pPr>
            <a:r>
              <a:rPr lang="en-US" sz="1800" dirty="0"/>
              <a:t>ORDER BY </a:t>
            </a:r>
            <a:r>
              <a:rPr lang="en-US" sz="1800" dirty="0" err="1"/>
              <a:t>Order_ID</a:t>
            </a:r>
            <a:r>
              <a:rPr lang="en-US" sz="1800" dirty="0"/>
              <a:t>;</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489A3123-8705-45EB-D550-364294F2BB56}"/>
              </a:ext>
            </a:extLst>
          </p:cNvPr>
          <p:cNvGraphicFramePr>
            <a:graphicFrameLocks noGrp="1"/>
          </p:cNvGraphicFramePr>
          <p:nvPr>
            <p:extLst>
              <p:ext uri="{D42A27DB-BD31-4B8C-83A1-F6EECF244321}">
                <p14:modId xmlns:p14="http://schemas.microsoft.com/office/powerpoint/2010/main" val="3800383157"/>
              </p:ext>
            </p:extLst>
          </p:nvPr>
        </p:nvGraphicFramePr>
        <p:xfrm>
          <a:off x="665017" y="5309755"/>
          <a:ext cx="10796154" cy="74487266"/>
        </p:xfrm>
        <a:graphic>
          <a:graphicData uri="http://schemas.openxmlformats.org/drawingml/2006/table">
            <a:tbl>
              <a:tblPr firstRow="1">
                <a:tableStyleId>{3C2FFA5D-87B4-456A-9821-1D502468CF0F}</a:tableStyleId>
              </a:tblPr>
              <a:tblGrid>
                <a:gridCol w="3598718">
                  <a:extLst>
                    <a:ext uri="{9D8B030D-6E8A-4147-A177-3AD203B41FA5}">
                      <a16:colId xmlns:a16="http://schemas.microsoft.com/office/drawing/2014/main" val="1515651499"/>
                    </a:ext>
                  </a:extLst>
                </a:gridCol>
                <a:gridCol w="3598718">
                  <a:extLst>
                    <a:ext uri="{9D8B030D-6E8A-4147-A177-3AD203B41FA5}">
                      <a16:colId xmlns:a16="http://schemas.microsoft.com/office/drawing/2014/main" val="1668075895"/>
                    </a:ext>
                  </a:extLst>
                </a:gridCol>
                <a:gridCol w="3598718">
                  <a:extLst>
                    <a:ext uri="{9D8B030D-6E8A-4147-A177-3AD203B41FA5}">
                      <a16:colId xmlns:a16="http://schemas.microsoft.com/office/drawing/2014/main" val="1007857909"/>
                    </a:ext>
                  </a:extLst>
                </a:gridCol>
              </a:tblGrid>
              <a:tr h="30413">
                <a:tc>
                  <a:txBody>
                    <a:bodyPr/>
                    <a:lstStyle/>
                    <a:p>
                      <a:pPr algn="ctr">
                        <a:buNone/>
                      </a:pPr>
                      <a:r>
                        <a:rPr lang="en-US" sz="1600" b="1" u="sng" dirty="0" err="1"/>
                        <a:t>Order_ID</a:t>
                      </a:r>
                      <a:endParaRPr lang="en-IN" sz="1600" b="1"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buNone/>
                      </a:pPr>
                      <a:r>
                        <a:rPr lang="en-US" sz="1600" b="1" u="sng" dirty="0" err="1"/>
                        <a:t>Last_Checkpoint</a:t>
                      </a:r>
                      <a:endParaRPr lang="en-IN" sz="1600" b="1"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buNone/>
                      </a:pPr>
                      <a:r>
                        <a:rPr lang="en-US" sz="1600" b="1" u="sng" dirty="0" err="1"/>
                        <a:t>Last_Checkpoint_Time</a:t>
                      </a:r>
                      <a:endParaRPr lang="en-IN" sz="1600" b="1" u="sng" dirty="0"/>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531503563"/>
                  </a:ext>
                </a:extLst>
              </a:tr>
              <a:tr h="30413">
                <a:tc>
                  <a:txBody>
                    <a:bodyPr/>
                    <a:lstStyle/>
                    <a:p>
                      <a:pPr algn="ctr">
                        <a:buNone/>
                      </a:pPr>
                      <a:r>
                        <a:rPr lang="en-IN" sz="1600"/>
                        <a:t>O0001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060055"/>
                  </a:ext>
                </a:extLst>
              </a:tr>
              <a:tr h="30413">
                <a:tc>
                  <a:txBody>
                    <a:bodyPr/>
                    <a:lstStyle/>
                    <a:p>
                      <a:pPr algn="ctr">
                        <a:buNone/>
                      </a:pPr>
                      <a:r>
                        <a:rPr lang="en-IN" sz="1600"/>
                        <a:t>O0002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1048133"/>
                  </a:ext>
                </a:extLst>
              </a:tr>
              <a:tr h="30413">
                <a:tc>
                  <a:txBody>
                    <a:bodyPr/>
                    <a:lstStyle/>
                    <a:p>
                      <a:pPr algn="ctr">
                        <a:buNone/>
                      </a:pPr>
                      <a:r>
                        <a:rPr lang="en-IN" sz="1600"/>
                        <a:t>O0003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0818851"/>
                  </a:ext>
                </a:extLst>
              </a:tr>
              <a:tr h="30413">
                <a:tc>
                  <a:txBody>
                    <a:bodyPr/>
                    <a:lstStyle/>
                    <a:p>
                      <a:pPr algn="ctr">
                        <a:buNone/>
                      </a:pPr>
                      <a:r>
                        <a:rPr lang="en-IN" sz="1600"/>
                        <a:t>O0004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223707"/>
                  </a:ext>
                </a:extLst>
              </a:tr>
              <a:tr h="30413">
                <a:tc>
                  <a:txBody>
                    <a:bodyPr/>
                    <a:lstStyle/>
                    <a:p>
                      <a:pPr algn="ctr">
                        <a:buNone/>
                      </a:pPr>
                      <a:r>
                        <a:rPr lang="en-IN" sz="1600"/>
                        <a:t>O0005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6648408"/>
                  </a:ext>
                </a:extLst>
              </a:tr>
              <a:tr h="30413">
                <a:tc>
                  <a:txBody>
                    <a:bodyPr/>
                    <a:lstStyle/>
                    <a:p>
                      <a:pPr algn="ctr">
                        <a:buNone/>
                      </a:pPr>
                      <a:r>
                        <a:rPr lang="en-IN" sz="1600"/>
                        <a:t>O0006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4399988"/>
                  </a:ext>
                </a:extLst>
              </a:tr>
              <a:tr h="30413">
                <a:tc>
                  <a:txBody>
                    <a:bodyPr/>
                    <a:lstStyle/>
                    <a:p>
                      <a:pPr algn="ctr">
                        <a:buNone/>
                      </a:pPr>
                      <a:r>
                        <a:rPr lang="en-IN" sz="1600"/>
                        <a:t>O0007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7086960"/>
                  </a:ext>
                </a:extLst>
              </a:tr>
              <a:tr h="30413">
                <a:tc>
                  <a:txBody>
                    <a:bodyPr/>
                    <a:lstStyle/>
                    <a:p>
                      <a:pPr algn="ctr">
                        <a:buNone/>
                      </a:pPr>
                      <a:r>
                        <a:rPr lang="en-IN" sz="1600"/>
                        <a:t>O0008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7215232"/>
                  </a:ext>
                </a:extLst>
              </a:tr>
              <a:tr h="30413">
                <a:tc>
                  <a:txBody>
                    <a:bodyPr/>
                    <a:lstStyle/>
                    <a:p>
                      <a:pPr algn="ctr">
                        <a:buNone/>
                      </a:pPr>
                      <a:r>
                        <a:rPr lang="en-IN" sz="1600"/>
                        <a:t>O0009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5218979"/>
                  </a:ext>
                </a:extLst>
              </a:tr>
              <a:tr h="30413">
                <a:tc>
                  <a:txBody>
                    <a:bodyPr/>
                    <a:lstStyle/>
                    <a:p>
                      <a:pPr algn="ctr">
                        <a:buNone/>
                      </a:pPr>
                      <a:r>
                        <a:rPr lang="en-IN" sz="1600"/>
                        <a:t>O0010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9132182"/>
                  </a:ext>
                </a:extLst>
              </a:tr>
              <a:tr h="30413">
                <a:tc>
                  <a:txBody>
                    <a:bodyPr/>
                    <a:lstStyle/>
                    <a:p>
                      <a:pPr algn="ctr">
                        <a:buNone/>
                      </a:pPr>
                      <a:r>
                        <a:rPr lang="en-IN" sz="1600"/>
                        <a:t>O0011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6166467"/>
                  </a:ext>
                </a:extLst>
              </a:tr>
              <a:tr h="30413">
                <a:tc>
                  <a:txBody>
                    <a:bodyPr/>
                    <a:lstStyle/>
                    <a:p>
                      <a:pPr algn="ctr">
                        <a:buNone/>
                      </a:pPr>
                      <a:r>
                        <a:rPr lang="en-IN" sz="1600"/>
                        <a:t>O0012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167959"/>
                  </a:ext>
                </a:extLst>
              </a:tr>
              <a:tr h="30413">
                <a:tc>
                  <a:txBody>
                    <a:bodyPr/>
                    <a:lstStyle/>
                    <a:p>
                      <a:pPr algn="ctr">
                        <a:buNone/>
                      </a:pPr>
                      <a:r>
                        <a:rPr lang="en-IN" sz="1600"/>
                        <a:t>O0013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195016"/>
                  </a:ext>
                </a:extLst>
              </a:tr>
              <a:tr h="30413">
                <a:tc>
                  <a:txBody>
                    <a:bodyPr/>
                    <a:lstStyle/>
                    <a:p>
                      <a:pPr algn="ctr">
                        <a:buNone/>
                      </a:pPr>
                      <a:r>
                        <a:rPr lang="en-IN" sz="1600"/>
                        <a:t>O0014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3480214"/>
                  </a:ext>
                </a:extLst>
              </a:tr>
              <a:tr h="30413">
                <a:tc>
                  <a:txBody>
                    <a:bodyPr/>
                    <a:lstStyle/>
                    <a:p>
                      <a:pPr algn="ctr">
                        <a:buNone/>
                      </a:pPr>
                      <a:r>
                        <a:rPr lang="en-IN" sz="1600"/>
                        <a:t>O0015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531816"/>
                  </a:ext>
                </a:extLst>
              </a:tr>
              <a:tr h="30413">
                <a:tc>
                  <a:txBody>
                    <a:bodyPr/>
                    <a:lstStyle/>
                    <a:p>
                      <a:pPr algn="ctr">
                        <a:buNone/>
                      </a:pPr>
                      <a:r>
                        <a:rPr lang="en-IN" sz="1600"/>
                        <a:t>O0016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293263"/>
                  </a:ext>
                </a:extLst>
              </a:tr>
              <a:tr h="30413">
                <a:tc>
                  <a:txBody>
                    <a:bodyPr/>
                    <a:lstStyle/>
                    <a:p>
                      <a:pPr algn="ctr">
                        <a:buNone/>
                      </a:pPr>
                      <a:r>
                        <a:rPr lang="en-IN" sz="1600"/>
                        <a:t>O0017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455739"/>
                  </a:ext>
                </a:extLst>
              </a:tr>
              <a:tr h="30413">
                <a:tc>
                  <a:txBody>
                    <a:bodyPr/>
                    <a:lstStyle/>
                    <a:p>
                      <a:pPr algn="ctr">
                        <a:buNone/>
                      </a:pPr>
                      <a:r>
                        <a:rPr lang="en-IN" sz="1600"/>
                        <a:t>O0018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5396146"/>
                  </a:ext>
                </a:extLst>
              </a:tr>
              <a:tr h="30413">
                <a:tc>
                  <a:txBody>
                    <a:bodyPr/>
                    <a:lstStyle/>
                    <a:p>
                      <a:pPr algn="ctr">
                        <a:buNone/>
                      </a:pPr>
                      <a:r>
                        <a:rPr lang="en-IN" sz="1600"/>
                        <a:t>O0019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023207"/>
                  </a:ext>
                </a:extLst>
              </a:tr>
              <a:tr h="30413">
                <a:tc>
                  <a:txBody>
                    <a:bodyPr/>
                    <a:lstStyle/>
                    <a:p>
                      <a:pPr algn="ctr">
                        <a:buNone/>
                      </a:pPr>
                      <a:r>
                        <a:rPr lang="en-IN" sz="1600"/>
                        <a:t>O0020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8003180"/>
                  </a:ext>
                </a:extLst>
              </a:tr>
              <a:tr h="30413">
                <a:tc>
                  <a:txBody>
                    <a:bodyPr/>
                    <a:lstStyle/>
                    <a:p>
                      <a:pPr algn="ctr">
                        <a:buNone/>
                      </a:pPr>
                      <a:r>
                        <a:rPr lang="en-IN" sz="1600"/>
                        <a:t>O0021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722255"/>
                  </a:ext>
                </a:extLst>
              </a:tr>
              <a:tr h="30413">
                <a:tc>
                  <a:txBody>
                    <a:bodyPr/>
                    <a:lstStyle/>
                    <a:p>
                      <a:pPr algn="ctr">
                        <a:buNone/>
                      </a:pPr>
                      <a:r>
                        <a:rPr lang="en-IN" sz="1600"/>
                        <a:t>O0022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22155"/>
                  </a:ext>
                </a:extLst>
              </a:tr>
              <a:tr h="30413">
                <a:tc>
                  <a:txBody>
                    <a:bodyPr/>
                    <a:lstStyle/>
                    <a:p>
                      <a:pPr algn="ctr">
                        <a:buNone/>
                      </a:pPr>
                      <a:r>
                        <a:rPr lang="en-IN" sz="1600"/>
                        <a:t>O0023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121178"/>
                  </a:ext>
                </a:extLst>
              </a:tr>
              <a:tr h="30413">
                <a:tc>
                  <a:txBody>
                    <a:bodyPr/>
                    <a:lstStyle/>
                    <a:p>
                      <a:pPr algn="ctr">
                        <a:buNone/>
                      </a:pPr>
                      <a:r>
                        <a:rPr lang="en-IN" sz="1600"/>
                        <a:t>O0024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490927"/>
                  </a:ext>
                </a:extLst>
              </a:tr>
              <a:tr h="30413">
                <a:tc>
                  <a:txBody>
                    <a:bodyPr/>
                    <a:lstStyle/>
                    <a:p>
                      <a:pPr algn="ctr">
                        <a:buNone/>
                      </a:pPr>
                      <a:r>
                        <a:rPr lang="en-IN" sz="1600"/>
                        <a:t>O0025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9332267"/>
                  </a:ext>
                </a:extLst>
              </a:tr>
              <a:tr h="30413">
                <a:tc>
                  <a:txBody>
                    <a:bodyPr/>
                    <a:lstStyle/>
                    <a:p>
                      <a:pPr algn="ctr">
                        <a:buNone/>
                      </a:pPr>
                      <a:r>
                        <a:rPr lang="en-IN" sz="1600"/>
                        <a:t>O0026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527265"/>
                  </a:ext>
                </a:extLst>
              </a:tr>
              <a:tr h="30413">
                <a:tc>
                  <a:txBody>
                    <a:bodyPr/>
                    <a:lstStyle/>
                    <a:p>
                      <a:pPr algn="ctr">
                        <a:buNone/>
                      </a:pPr>
                      <a:r>
                        <a:rPr lang="en-IN" sz="1600"/>
                        <a:t>O0027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521854"/>
                  </a:ext>
                </a:extLst>
              </a:tr>
              <a:tr h="30413">
                <a:tc>
                  <a:txBody>
                    <a:bodyPr/>
                    <a:lstStyle/>
                    <a:p>
                      <a:pPr algn="ctr">
                        <a:buNone/>
                      </a:pPr>
                      <a:r>
                        <a:rPr lang="en-IN" sz="1600"/>
                        <a:t>O0028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00985"/>
                  </a:ext>
                </a:extLst>
              </a:tr>
              <a:tr h="30413">
                <a:tc>
                  <a:txBody>
                    <a:bodyPr/>
                    <a:lstStyle/>
                    <a:p>
                      <a:pPr algn="ctr">
                        <a:buNone/>
                      </a:pPr>
                      <a:r>
                        <a:rPr lang="en-IN" sz="1600"/>
                        <a:t>O0029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1406501"/>
                  </a:ext>
                </a:extLst>
              </a:tr>
              <a:tr h="30413">
                <a:tc>
                  <a:txBody>
                    <a:bodyPr/>
                    <a:lstStyle/>
                    <a:p>
                      <a:pPr algn="ctr">
                        <a:buNone/>
                      </a:pPr>
                      <a:r>
                        <a:rPr lang="en-IN" sz="1600"/>
                        <a:t>O0030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427070"/>
                  </a:ext>
                </a:extLst>
              </a:tr>
              <a:tr h="30413">
                <a:tc>
                  <a:txBody>
                    <a:bodyPr/>
                    <a:lstStyle/>
                    <a:p>
                      <a:pPr algn="ctr">
                        <a:buNone/>
                      </a:pPr>
                      <a:r>
                        <a:rPr lang="en-IN" sz="1600"/>
                        <a:t>O0031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3857203"/>
                  </a:ext>
                </a:extLst>
              </a:tr>
              <a:tr h="30413">
                <a:tc>
                  <a:txBody>
                    <a:bodyPr/>
                    <a:lstStyle/>
                    <a:p>
                      <a:pPr algn="ctr">
                        <a:buNone/>
                      </a:pPr>
                      <a:r>
                        <a:rPr lang="en-IN" sz="1600"/>
                        <a:t>O0032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834850"/>
                  </a:ext>
                </a:extLst>
              </a:tr>
              <a:tr h="30413">
                <a:tc>
                  <a:txBody>
                    <a:bodyPr/>
                    <a:lstStyle/>
                    <a:p>
                      <a:pPr algn="ctr">
                        <a:buNone/>
                      </a:pPr>
                      <a:r>
                        <a:rPr lang="en-IN" sz="1600"/>
                        <a:t>O0033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9216352"/>
                  </a:ext>
                </a:extLst>
              </a:tr>
              <a:tr h="30413">
                <a:tc>
                  <a:txBody>
                    <a:bodyPr/>
                    <a:lstStyle/>
                    <a:p>
                      <a:pPr algn="ctr">
                        <a:buNone/>
                      </a:pPr>
                      <a:r>
                        <a:rPr lang="en-IN" sz="1600"/>
                        <a:t>O0034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694123"/>
                  </a:ext>
                </a:extLst>
              </a:tr>
              <a:tr h="30413">
                <a:tc>
                  <a:txBody>
                    <a:bodyPr/>
                    <a:lstStyle/>
                    <a:p>
                      <a:pPr algn="ctr">
                        <a:buNone/>
                      </a:pPr>
                      <a:r>
                        <a:rPr lang="en-IN" sz="1600"/>
                        <a:t>O0035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8103954"/>
                  </a:ext>
                </a:extLst>
              </a:tr>
              <a:tr h="30413">
                <a:tc>
                  <a:txBody>
                    <a:bodyPr/>
                    <a:lstStyle/>
                    <a:p>
                      <a:pPr algn="ctr">
                        <a:buNone/>
                      </a:pPr>
                      <a:r>
                        <a:rPr lang="en-IN" sz="1600"/>
                        <a:t>O0036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6647893"/>
                  </a:ext>
                </a:extLst>
              </a:tr>
              <a:tr h="30413">
                <a:tc>
                  <a:txBody>
                    <a:bodyPr/>
                    <a:lstStyle/>
                    <a:p>
                      <a:pPr algn="ctr">
                        <a:buNone/>
                      </a:pPr>
                      <a:r>
                        <a:rPr lang="en-IN" sz="1600"/>
                        <a:t>O0037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7377191"/>
                  </a:ext>
                </a:extLst>
              </a:tr>
              <a:tr h="30413">
                <a:tc>
                  <a:txBody>
                    <a:bodyPr/>
                    <a:lstStyle/>
                    <a:p>
                      <a:pPr algn="ctr">
                        <a:buNone/>
                      </a:pPr>
                      <a:r>
                        <a:rPr lang="en-IN" sz="1600"/>
                        <a:t>O0038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158799"/>
                  </a:ext>
                </a:extLst>
              </a:tr>
              <a:tr h="30413">
                <a:tc>
                  <a:txBody>
                    <a:bodyPr/>
                    <a:lstStyle/>
                    <a:p>
                      <a:pPr algn="ctr">
                        <a:buNone/>
                      </a:pPr>
                      <a:r>
                        <a:rPr lang="en-IN" sz="1600"/>
                        <a:t>O0039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3557425"/>
                  </a:ext>
                </a:extLst>
              </a:tr>
              <a:tr h="30413">
                <a:tc>
                  <a:txBody>
                    <a:bodyPr/>
                    <a:lstStyle/>
                    <a:p>
                      <a:pPr algn="ctr">
                        <a:buNone/>
                      </a:pPr>
                      <a:r>
                        <a:rPr lang="en-IN" sz="1600"/>
                        <a:t>O0040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0216001"/>
                  </a:ext>
                </a:extLst>
              </a:tr>
              <a:tr h="30413">
                <a:tc>
                  <a:txBody>
                    <a:bodyPr/>
                    <a:lstStyle/>
                    <a:p>
                      <a:pPr algn="ctr">
                        <a:buNone/>
                      </a:pPr>
                      <a:r>
                        <a:rPr lang="en-IN" sz="1600"/>
                        <a:t>O0041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2693686"/>
                  </a:ext>
                </a:extLst>
              </a:tr>
              <a:tr h="30413">
                <a:tc>
                  <a:txBody>
                    <a:bodyPr/>
                    <a:lstStyle/>
                    <a:p>
                      <a:pPr algn="ctr">
                        <a:buNone/>
                      </a:pPr>
                      <a:r>
                        <a:rPr lang="en-IN" sz="1600"/>
                        <a:t>O0042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4702559"/>
                  </a:ext>
                </a:extLst>
              </a:tr>
              <a:tr h="30413">
                <a:tc>
                  <a:txBody>
                    <a:bodyPr/>
                    <a:lstStyle/>
                    <a:p>
                      <a:pPr algn="ctr">
                        <a:buNone/>
                      </a:pPr>
                      <a:r>
                        <a:rPr lang="en-IN" sz="1600"/>
                        <a:t>O0043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167412"/>
                  </a:ext>
                </a:extLst>
              </a:tr>
              <a:tr h="30413">
                <a:tc>
                  <a:txBody>
                    <a:bodyPr/>
                    <a:lstStyle/>
                    <a:p>
                      <a:pPr algn="ctr">
                        <a:buNone/>
                      </a:pPr>
                      <a:r>
                        <a:rPr lang="en-IN" sz="1600"/>
                        <a:t>O0044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6098971"/>
                  </a:ext>
                </a:extLst>
              </a:tr>
              <a:tr h="30413">
                <a:tc>
                  <a:txBody>
                    <a:bodyPr/>
                    <a:lstStyle/>
                    <a:p>
                      <a:pPr algn="ctr">
                        <a:buNone/>
                      </a:pPr>
                      <a:r>
                        <a:rPr lang="en-IN" sz="1600"/>
                        <a:t>O0045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4232371"/>
                  </a:ext>
                </a:extLst>
              </a:tr>
              <a:tr h="30413">
                <a:tc>
                  <a:txBody>
                    <a:bodyPr/>
                    <a:lstStyle/>
                    <a:p>
                      <a:pPr algn="ctr">
                        <a:buNone/>
                      </a:pPr>
                      <a:r>
                        <a:rPr lang="en-IN" sz="1600"/>
                        <a:t>O0046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815299"/>
                  </a:ext>
                </a:extLst>
              </a:tr>
              <a:tr h="30413">
                <a:tc>
                  <a:txBody>
                    <a:bodyPr/>
                    <a:lstStyle/>
                    <a:p>
                      <a:pPr algn="ctr">
                        <a:buNone/>
                      </a:pPr>
                      <a:r>
                        <a:rPr lang="en-IN" sz="1600"/>
                        <a:t>O0047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01826"/>
                  </a:ext>
                </a:extLst>
              </a:tr>
              <a:tr h="30413">
                <a:tc>
                  <a:txBody>
                    <a:bodyPr/>
                    <a:lstStyle/>
                    <a:p>
                      <a:pPr algn="ctr">
                        <a:buNone/>
                      </a:pPr>
                      <a:r>
                        <a:rPr lang="en-IN" sz="1600"/>
                        <a:t>O0048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7300425"/>
                  </a:ext>
                </a:extLst>
              </a:tr>
              <a:tr h="30413">
                <a:tc>
                  <a:txBody>
                    <a:bodyPr/>
                    <a:lstStyle/>
                    <a:p>
                      <a:pPr algn="ctr">
                        <a:buNone/>
                      </a:pPr>
                      <a:r>
                        <a:rPr lang="en-IN" sz="1600"/>
                        <a:t>O0049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244461"/>
                  </a:ext>
                </a:extLst>
              </a:tr>
              <a:tr h="30413">
                <a:tc>
                  <a:txBody>
                    <a:bodyPr/>
                    <a:lstStyle/>
                    <a:p>
                      <a:pPr algn="ctr">
                        <a:buNone/>
                      </a:pPr>
                      <a:r>
                        <a:rPr lang="en-IN" sz="1600"/>
                        <a:t>O0050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069135"/>
                  </a:ext>
                </a:extLst>
              </a:tr>
              <a:tr h="30413">
                <a:tc>
                  <a:txBody>
                    <a:bodyPr/>
                    <a:lstStyle/>
                    <a:p>
                      <a:pPr algn="ctr">
                        <a:buNone/>
                      </a:pPr>
                      <a:r>
                        <a:rPr lang="en-IN" sz="1600"/>
                        <a:t>O0051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560549"/>
                  </a:ext>
                </a:extLst>
              </a:tr>
              <a:tr h="30413">
                <a:tc>
                  <a:txBody>
                    <a:bodyPr/>
                    <a:lstStyle/>
                    <a:p>
                      <a:pPr algn="ctr">
                        <a:buNone/>
                      </a:pPr>
                      <a:r>
                        <a:rPr lang="en-IN" sz="1600"/>
                        <a:t>O0052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435277"/>
                  </a:ext>
                </a:extLst>
              </a:tr>
              <a:tr h="30413">
                <a:tc>
                  <a:txBody>
                    <a:bodyPr/>
                    <a:lstStyle/>
                    <a:p>
                      <a:pPr algn="ctr">
                        <a:buNone/>
                      </a:pPr>
                      <a:r>
                        <a:rPr lang="en-IN" sz="1600"/>
                        <a:t>O0053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827883"/>
                  </a:ext>
                </a:extLst>
              </a:tr>
              <a:tr h="30413">
                <a:tc>
                  <a:txBody>
                    <a:bodyPr/>
                    <a:lstStyle/>
                    <a:p>
                      <a:pPr algn="ctr">
                        <a:buNone/>
                      </a:pPr>
                      <a:r>
                        <a:rPr lang="en-IN" sz="1600"/>
                        <a:t>O0054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535213"/>
                  </a:ext>
                </a:extLst>
              </a:tr>
              <a:tr h="30413">
                <a:tc>
                  <a:txBody>
                    <a:bodyPr/>
                    <a:lstStyle/>
                    <a:p>
                      <a:pPr algn="ctr">
                        <a:buNone/>
                      </a:pPr>
                      <a:r>
                        <a:rPr lang="en-IN" sz="1600"/>
                        <a:t>O0055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666546"/>
                  </a:ext>
                </a:extLst>
              </a:tr>
              <a:tr h="30413">
                <a:tc>
                  <a:txBody>
                    <a:bodyPr/>
                    <a:lstStyle/>
                    <a:p>
                      <a:pPr algn="ctr">
                        <a:buNone/>
                      </a:pPr>
                      <a:r>
                        <a:rPr lang="en-IN" sz="1600"/>
                        <a:t>O0056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6320338"/>
                  </a:ext>
                </a:extLst>
              </a:tr>
              <a:tr h="30413">
                <a:tc>
                  <a:txBody>
                    <a:bodyPr/>
                    <a:lstStyle/>
                    <a:p>
                      <a:pPr algn="ctr">
                        <a:buNone/>
                      </a:pPr>
                      <a:r>
                        <a:rPr lang="en-IN" sz="1600"/>
                        <a:t>O0057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227790"/>
                  </a:ext>
                </a:extLst>
              </a:tr>
              <a:tr h="30413">
                <a:tc>
                  <a:txBody>
                    <a:bodyPr/>
                    <a:lstStyle/>
                    <a:p>
                      <a:pPr algn="ctr">
                        <a:buNone/>
                      </a:pPr>
                      <a:r>
                        <a:rPr lang="en-IN" sz="1600"/>
                        <a:t>O0058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003237"/>
                  </a:ext>
                </a:extLst>
              </a:tr>
              <a:tr h="30413">
                <a:tc>
                  <a:txBody>
                    <a:bodyPr/>
                    <a:lstStyle/>
                    <a:p>
                      <a:pPr algn="ctr">
                        <a:buNone/>
                      </a:pPr>
                      <a:r>
                        <a:rPr lang="en-IN" sz="1600"/>
                        <a:t>O0059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611615"/>
                  </a:ext>
                </a:extLst>
              </a:tr>
              <a:tr h="30413">
                <a:tc>
                  <a:txBody>
                    <a:bodyPr/>
                    <a:lstStyle/>
                    <a:p>
                      <a:pPr algn="ctr">
                        <a:buNone/>
                      </a:pPr>
                      <a:r>
                        <a:rPr lang="en-IN" sz="1600"/>
                        <a:t>O0060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3628380"/>
                  </a:ext>
                </a:extLst>
              </a:tr>
              <a:tr h="30413">
                <a:tc>
                  <a:txBody>
                    <a:bodyPr/>
                    <a:lstStyle/>
                    <a:p>
                      <a:pPr algn="ctr">
                        <a:buNone/>
                      </a:pPr>
                      <a:r>
                        <a:rPr lang="en-IN" sz="1600"/>
                        <a:t>O0061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9986901"/>
                  </a:ext>
                </a:extLst>
              </a:tr>
              <a:tr h="30413">
                <a:tc>
                  <a:txBody>
                    <a:bodyPr/>
                    <a:lstStyle/>
                    <a:p>
                      <a:pPr algn="ctr">
                        <a:buNone/>
                      </a:pPr>
                      <a:r>
                        <a:rPr lang="en-IN" sz="1600"/>
                        <a:t>O0062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8317571"/>
                  </a:ext>
                </a:extLst>
              </a:tr>
              <a:tr h="30413">
                <a:tc>
                  <a:txBody>
                    <a:bodyPr/>
                    <a:lstStyle/>
                    <a:p>
                      <a:pPr algn="ctr">
                        <a:buNone/>
                      </a:pPr>
                      <a:r>
                        <a:rPr lang="en-IN" sz="1600"/>
                        <a:t>O0063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8938293"/>
                  </a:ext>
                </a:extLst>
              </a:tr>
              <a:tr h="30413">
                <a:tc>
                  <a:txBody>
                    <a:bodyPr/>
                    <a:lstStyle/>
                    <a:p>
                      <a:pPr algn="ctr">
                        <a:buNone/>
                      </a:pPr>
                      <a:r>
                        <a:rPr lang="en-IN" sz="1600"/>
                        <a:t>O0064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5893183"/>
                  </a:ext>
                </a:extLst>
              </a:tr>
              <a:tr h="30413">
                <a:tc>
                  <a:txBody>
                    <a:bodyPr/>
                    <a:lstStyle/>
                    <a:p>
                      <a:pPr algn="ctr">
                        <a:buNone/>
                      </a:pPr>
                      <a:r>
                        <a:rPr lang="en-IN" sz="1600"/>
                        <a:t>O0065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0411556"/>
                  </a:ext>
                </a:extLst>
              </a:tr>
              <a:tr h="30413">
                <a:tc>
                  <a:txBody>
                    <a:bodyPr/>
                    <a:lstStyle/>
                    <a:p>
                      <a:pPr algn="ctr">
                        <a:buNone/>
                      </a:pPr>
                      <a:r>
                        <a:rPr lang="en-IN" sz="1600"/>
                        <a:t>O0066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6052198"/>
                  </a:ext>
                </a:extLst>
              </a:tr>
              <a:tr h="30413">
                <a:tc>
                  <a:txBody>
                    <a:bodyPr/>
                    <a:lstStyle/>
                    <a:p>
                      <a:pPr algn="ctr">
                        <a:buNone/>
                      </a:pPr>
                      <a:r>
                        <a:rPr lang="en-IN" sz="1600"/>
                        <a:t>O0067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5744958"/>
                  </a:ext>
                </a:extLst>
              </a:tr>
              <a:tr h="30413">
                <a:tc>
                  <a:txBody>
                    <a:bodyPr/>
                    <a:lstStyle/>
                    <a:p>
                      <a:pPr algn="ctr">
                        <a:buNone/>
                      </a:pPr>
                      <a:r>
                        <a:rPr lang="en-IN" sz="1600"/>
                        <a:t>O0068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37230"/>
                  </a:ext>
                </a:extLst>
              </a:tr>
              <a:tr h="30413">
                <a:tc>
                  <a:txBody>
                    <a:bodyPr/>
                    <a:lstStyle/>
                    <a:p>
                      <a:pPr algn="ctr">
                        <a:buNone/>
                      </a:pPr>
                      <a:r>
                        <a:rPr lang="en-IN" sz="1600"/>
                        <a:t>O0069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9196331"/>
                  </a:ext>
                </a:extLst>
              </a:tr>
              <a:tr h="30413">
                <a:tc>
                  <a:txBody>
                    <a:bodyPr/>
                    <a:lstStyle/>
                    <a:p>
                      <a:pPr algn="ctr">
                        <a:buNone/>
                      </a:pPr>
                      <a:r>
                        <a:rPr lang="en-IN" sz="1600"/>
                        <a:t>O0070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775571"/>
                  </a:ext>
                </a:extLst>
              </a:tr>
              <a:tr h="30413">
                <a:tc>
                  <a:txBody>
                    <a:bodyPr/>
                    <a:lstStyle/>
                    <a:p>
                      <a:pPr algn="ctr">
                        <a:buNone/>
                      </a:pPr>
                      <a:r>
                        <a:rPr lang="en-IN" sz="1600"/>
                        <a:t>O0071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635043"/>
                  </a:ext>
                </a:extLst>
              </a:tr>
              <a:tr h="30413">
                <a:tc>
                  <a:txBody>
                    <a:bodyPr/>
                    <a:lstStyle/>
                    <a:p>
                      <a:pPr algn="ctr">
                        <a:buNone/>
                      </a:pPr>
                      <a:r>
                        <a:rPr lang="en-IN" sz="1600"/>
                        <a:t>O0072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029605"/>
                  </a:ext>
                </a:extLst>
              </a:tr>
              <a:tr h="30413">
                <a:tc>
                  <a:txBody>
                    <a:bodyPr/>
                    <a:lstStyle/>
                    <a:p>
                      <a:pPr algn="ctr">
                        <a:buNone/>
                      </a:pPr>
                      <a:r>
                        <a:rPr lang="en-IN" sz="1600"/>
                        <a:t>O0073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7413242"/>
                  </a:ext>
                </a:extLst>
              </a:tr>
              <a:tr h="30413">
                <a:tc>
                  <a:txBody>
                    <a:bodyPr/>
                    <a:lstStyle/>
                    <a:p>
                      <a:pPr algn="ctr">
                        <a:buNone/>
                      </a:pPr>
                      <a:r>
                        <a:rPr lang="en-IN" sz="1600"/>
                        <a:t>O0074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945437"/>
                  </a:ext>
                </a:extLst>
              </a:tr>
              <a:tr h="30413">
                <a:tc>
                  <a:txBody>
                    <a:bodyPr/>
                    <a:lstStyle/>
                    <a:p>
                      <a:pPr algn="ctr">
                        <a:buNone/>
                      </a:pPr>
                      <a:r>
                        <a:rPr lang="en-IN" sz="1600"/>
                        <a:t>O0075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723075"/>
                  </a:ext>
                </a:extLst>
              </a:tr>
              <a:tr h="30413">
                <a:tc>
                  <a:txBody>
                    <a:bodyPr/>
                    <a:lstStyle/>
                    <a:p>
                      <a:pPr algn="ctr">
                        <a:buNone/>
                      </a:pPr>
                      <a:r>
                        <a:rPr lang="en-IN" sz="1600"/>
                        <a:t>O0076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386738"/>
                  </a:ext>
                </a:extLst>
              </a:tr>
              <a:tr h="30413">
                <a:tc>
                  <a:txBody>
                    <a:bodyPr/>
                    <a:lstStyle/>
                    <a:p>
                      <a:pPr algn="ctr">
                        <a:buNone/>
                      </a:pPr>
                      <a:r>
                        <a:rPr lang="en-IN" sz="1600"/>
                        <a:t>O0077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90199"/>
                  </a:ext>
                </a:extLst>
              </a:tr>
              <a:tr h="30413">
                <a:tc>
                  <a:txBody>
                    <a:bodyPr/>
                    <a:lstStyle/>
                    <a:p>
                      <a:pPr algn="ctr">
                        <a:buNone/>
                      </a:pPr>
                      <a:r>
                        <a:rPr lang="en-IN" sz="1600"/>
                        <a:t>O0078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894203"/>
                  </a:ext>
                </a:extLst>
              </a:tr>
              <a:tr h="30413">
                <a:tc>
                  <a:txBody>
                    <a:bodyPr/>
                    <a:lstStyle/>
                    <a:p>
                      <a:pPr algn="ctr">
                        <a:buNone/>
                      </a:pPr>
                      <a:r>
                        <a:rPr lang="en-IN" sz="1600"/>
                        <a:t>O0079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4369989"/>
                  </a:ext>
                </a:extLst>
              </a:tr>
              <a:tr h="30413">
                <a:tc>
                  <a:txBody>
                    <a:bodyPr/>
                    <a:lstStyle/>
                    <a:p>
                      <a:pPr algn="ctr">
                        <a:buNone/>
                      </a:pPr>
                      <a:r>
                        <a:rPr lang="en-IN" sz="1600"/>
                        <a:t>O0080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683877"/>
                  </a:ext>
                </a:extLst>
              </a:tr>
              <a:tr h="30413">
                <a:tc>
                  <a:txBody>
                    <a:bodyPr/>
                    <a:lstStyle/>
                    <a:p>
                      <a:pPr algn="ctr">
                        <a:buNone/>
                      </a:pPr>
                      <a:r>
                        <a:rPr lang="en-IN" sz="1600"/>
                        <a:t>O0081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346492"/>
                  </a:ext>
                </a:extLst>
              </a:tr>
              <a:tr h="30413">
                <a:tc>
                  <a:txBody>
                    <a:bodyPr/>
                    <a:lstStyle/>
                    <a:p>
                      <a:pPr algn="ctr">
                        <a:buNone/>
                      </a:pPr>
                      <a:r>
                        <a:rPr lang="en-IN" sz="1600"/>
                        <a:t>O0082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90898"/>
                  </a:ext>
                </a:extLst>
              </a:tr>
              <a:tr h="30413">
                <a:tc>
                  <a:txBody>
                    <a:bodyPr/>
                    <a:lstStyle/>
                    <a:p>
                      <a:pPr algn="ctr">
                        <a:buNone/>
                      </a:pPr>
                      <a:r>
                        <a:rPr lang="en-IN" sz="1600"/>
                        <a:t>O0083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5254799"/>
                  </a:ext>
                </a:extLst>
              </a:tr>
              <a:tr h="30413">
                <a:tc>
                  <a:txBody>
                    <a:bodyPr/>
                    <a:lstStyle/>
                    <a:p>
                      <a:pPr algn="ctr">
                        <a:buNone/>
                      </a:pPr>
                      <a:r>
                        <a:rPr lang="en-IN" sz="1600"/>
                        <a:t>O0084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670127"/>
                  </a:ext>
                </a:extLst>
              </a:tr>
              <a:tr h="30413">
                <a:tc>
                  <a:txBody>
                    <a:bodyPr/>
                    <a:lstStyle/>
                    <a:p>
                      <a:pPr algn="ctr">
                        <a:buNone/>
                      </a:pPr>
                      <a:r>
                        <a:rPr lang="en-IN" sz="1600"/>
                        <a:t>O0085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576698"/>
                  </a:ext>
                </a:extLst>
              </a:tr>
              <a:tr h="30413">
                <a:tc>
                  <a:txBody>
                    <a:bodyPr/>
                    <a:lstStyle/>
                    <a:p>
                      <a:pPr algn="ctr">
                        <a:buNone/>
                      </a:pPr>
                      <a:r>
                        <a:rPr lang="en-IN" sz="1600"/>
                        <a:t>O0086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1640534"/>
                  </a:ext>
                </a:extLst>
              </a:tr>
              <a:tr h="30413">
                <a:tc>
                  <a:txBody>
                    <a:bodyPr/>
                    <a:lstStyle/>
                    <a:p>
                      <a:pPr algn="ctr">
                        <a:buNone/>
                      </a:pPr>
                      <a:r>
                        <a:rPr lang="en-IN" sz="1600"/>
                        <a:t>O0087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417021"/>
                  </a:ext>
                </a:extLst>
              </a:tr>
              <a:tr h="30413">
                <a:tc>
                  <a:txBody>
                    <a:bodyPr/>
                    <a:lstStyle/>
                    <a:p>
                      <a:pPr algn="ctr">
                        <a:buNone/>
                      </a:pPr>
                      <a:r>
                        <a:rPr lang="en-IN" sz="1600"/>
                        <a:t>O0088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8325954"/>
                  </a:ext>
                </a:extLst>
              </a:tr>
              <a:tr h="30413">
                <a:tc>
                  <a:txBody>
                    <a:bodyPr/>
                    <a:lstStyle/>
                    <a:p>
                      <a:pPr algn="ctr">
                        <a:buNone/>
                      </a:pPr>
                      <a:r>
                        <a:rPr lang="en-IN" sz="1600"/>
                        <a:t>O0089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414252"/>
                  </a:ext>
                </a:extLst>
              </a:tr>
              <a:tr h="30413">
                <a:tc>
                  <a:txBody>
                    <a:bodyPr/>
                    <a:lstStyle/>
                    <a:p>
                      <a:pPr algn="ctr">
                        <a:buNone/>
                      </a:pPr>
                      <a:r>
                        <a:rPr lang="en-IN" sz="1600"/>
                        <a:t>O0090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6804042"/>
                  </a:ext>
                </a:extLst>
              </a:tr>
              <a:tr h="30413">
                <a:tc>
                  <a:txBody>
                    <a:bodyPr/>
                    <a:lstStyle/>
                    <a:p>
                      <a:pPr algn="ctr">
                        <a:buNone/>
                      </a:pPr>
                      <a:r>
                        <a:rPr lang="en-IN" sz="1600"/>
                        <a:t>O0091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690021"/>
                  </a:ext>
                </a:extLst>
              </a:tr>
              <a:tr h="30413">
                <a:tc>
                  <a:txBody>
                    <a:bodyPr/>
                    <a:lstStyle/>
                    <a:p>
                      <a:pPr algn="ctr">
                        <a:buNone/>
                      </a:pPr>
                      <a:r>
                        <a:rPr lang="en-IN" sz="1600"/>
                        <a:t>O0092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1150760"/>
                  </a:ext>
                </a:extLst>
              </a:tr>
              <a:tr h="30413">
                <a:tc>
                  <a:txBody>
                    <a:bodyPr/>
                    <a:lstStyle/>
                    <a:p>
                      <a:pPr algn="ctr">
                        <a:buNone/>
                      </a:pPr>
                      <a:r>
                        <a:rPr lang="en-IN" sz="1600"/>
                        <a:t>O0093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617061"/>
                  </a:ext>
                </a:extLst>
              </a:tr>
              <a:tr h="30413">
                <a:tc>
                  <a:txBody>
                    <a:bodyPr/>
                    <a:lstStyle/>
                    <a:p>
                      <a:pPr algn="ctr">
                        <a:buNone/>
                      </a:pPr>
                      <a:r>
                        <a:rPr lang="en-IN" sz="1600"/>
                        <a:t>O0094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2162027"/>
                  </a:ext>
                </a:extLst>
              </a:tr>
              <a:tr h="30413">
                <a:tc>
                  <a:txBody>
                    <a:bodyPr/>
                    <a:lstStyle/>
                    <a:p>
                      <a:pPr algn="ctr">
                        <a:buNone/>
                      </a:pPr>
                      <a:r>
                        <a:rPr lang="en-IN" sz="1600"/>
                        <a:t>O0095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8540961"/>
                  </a:ext>
                </a:extLst>
              </a:tr>
              <a:tr h="30413">
                <a:tc>
                  <a:txBody>
                    <a:bodyPr/>
                    <a:lstStyle/>
                    <a:p>
                      <a:pPr algn="ctr">
                        <a:buNone/>
                      </a:pPr>
                      <a:r>
                        <a:rPr lang="en-IN" sz="1600"/>
                        <a:t>O0096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956890"/>
                  </a:ext>
                </a:extLst>
              </a:tr>
              <a:tr h="30413">
                <a:tc>
                  <a:txBody>
                    <a:bodyPr/>
                    <a:lstStyle/>
                    <a:p>
                      <a:pPr algn="ctr">
                        <a:buNone/>
                      </a:pPr>
                      <a:r>
                        <a:rPr lang="en-IN" sz="1600"/>
                        <a:t>O0097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3388963"/>
                  </a:ext>
                </a:extLst>
              </a:tr>
              <a:tr h="30413">
                <a:tc>
                  <a:txBody>
                    <a:bodyPr/>
                    <a:lstStyle/>
                    <a:p>
                      <a:pPr algn="ctr">
                        <a:buNone/>
                      </a:pPr>
                      <a:r>
                        <a:rPr lang="en-IN" sz="1600"/>
                        <a:t>O0098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406964"/>
                  </a:ext>
                </a:extLst>
              </a:tr>
              <a:tr h="30413">
                <a:tc>
                  <a:txBody>
                    <a:bodyPr/>
                    <a:lstStyle/>
                    <a:p>
                      <a:pPr algn="ctr">
                        <a:buNone/>
                      </a:pPr>
                      <a:r>
                        <a:rPr lang="en-IN" sz="1600"/>
                        <a:t>O0099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64084"/>
                  </a:ext>
                </a:extLst>
              </a:tr>
              <a:tr h="30413">
                <a:tc>
                  <a:txBody>
                    <a:bodyPr/>
                    <a:lstStyle/>
                    <a:p>
                      <a:pPr algn="ctr">
                        <a:buNone/>
                      </a:pPr>
                      <a:r>
                        <a:rPr lang="en-IN" sz="1600"/>
                        <a:t>O0100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7265716"/>
                  </a:ext>
                </a:extLst>
              </a:tr>
              <a:tr h="30413">
                <a:tc>
                  <a:txBody>
                    <a:bodyPr/>
                    <a:lstStyle/>
                    <a:p>
                      <a:pPr algn="ctr">
                        <a:buNone/>
                      </a:pPr>
                      <a:r>
                        <a:rPr lang="en-IN" sz="1600"/>
                        <a:t>O0101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7628534"/>
                  </a:ext>
                </a:extLst>
              </a:tr>
              <a:tr h="30413">
                <a:tc>
                  <a:txBody>
                    <a:bodyPr/>
                    <a:lstStyle/>
                    <a:p>
                      <a:pPr algn="ctr">
                        <a:buNone/>
                      </a:pPr>
                      <a:r>
                        <a:rPr lang="en-IN" sz="1600"/>
                        <a:t>O0102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7011693"/>
                  </a:ext>
                </a:extLst>
              </a:tr>
              <a:tr h="30413">
                <a:tc>
                  <a:txBody>
                    <a:bodyPr/>
                    <a:lstStyle/>
                    <a:p>
                      <a:pPr algn="ctr">
                        <a:buNone/>
                      </a:pPr>
                      <a:r>
                        <a:rPr lang="en-IN" sz="1600"/>
                        <a:t>O0103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847455"/>
                  </a:ext>
                </a:extLst>
              </a:tr>
              <a:tr h="30413">
                <a:tc>
                  <a:txBody>
                    <a:bodyPr/>
                    <a:lstStyle/>
                    <a:p>
                      <a:pPr algn="ctr">
                        <a:buNone/>
                      </a:pPr>
                      <a:r>
                        <a:rPr lang="en-IN" sz="1600"/>
                        <a:t>O0104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8544522"/>
                  </a:ext>
                </a:extLst>
              </a:tr>
              <a:tr h="30413">
                <a:tc>
                  <a:txBody>
                    <a:bodyPr/>
                    <a:lstStyle/>
                    <a:p>
                      <a:pPr algn="ctr">
                        <a:buNone/>
                      </a:pPr>
                      <a:r>
                        <a:rPr lang="en-IN" sz="1600"/>
                        <a:t>O0105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3059089"/>
                  </a:ext>
                </a:extLst>
              </a:tr>
              <a:tr h="30413">
                <a:tc>
                  <a:txBody>
                    <a:bodyPr/>
                    <a:lstStyle/>
                    <a:p>
                      <a:pPr algn="ctr">
                        <a:buNone/>
                      </a:pPr>
                      <a:r>
                        <a:rPr lang="en-IN" sz="1600"/>
                        <a:t>O0106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2186701"/>
                  </a:ext>
                </a:extLst>
              </a:tr>
              <a:tr h="30413">
                <a:tc>
                  <a:txBody>
                    <a:bodyPr/>
                    <a:lstStyle/>
                    <a:p>
                      <a:pPr algn="ctr">
                        <a:buNone/>
                      </a:pPr>
                      <a:r>
                        <a:rPr lang="en-IN" sz="1600"/>
                        <a:t>O0107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9182239"/>
                  </a:ext>
                </a:extLst>
              </a:tr>
              <a:tr h="30413">
                <a:tc>
                  <a:txBody>
                    <a:bodyPr/>
                    <a:lstStyle/>
                    <a:p>
                      <a:pPr algn="ctr">
                        <a:buNone/>
                      </a:pPr>
                      <a:r>
                        <a:rPr lang="en-IN" sz="1600"/>
                        <a:t>O0108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7749631"/>
                  </a:ext>
                </a:extLst>
              </a:tr>
              <a:tr h="30413">
                <a:tc>
                  <a:txBody>
                    <a:bodyPr/>
                    <a:lstStyle/>
                    <a:p>
                      <a:pPr algn="ctr">
                        <a:buNone/>
                      </a:pPr>
                      <a:r>
                        <a:rPr lang="en-IN" sz="1600"/>
                        <a:t>O0109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8170766"/>
                  </a:ext>
                </a:extLst>
              </a:tr>
              <a:tr h="30413">
                <a:tc>
                  <a:txBody>
                    <a:bodyPr/>
                    <a:lstStyle/>
                    <a:p>
                      <a:pPr algn="ctr">
                        <a:buNone/>
                      </a:pPr>
                      <a:r>
                        <a:rPr lang="en-IN" sz="1600"/>
                        <a:t>O0110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6683197"/>
                  </a:ext>
                </a:extLst>
              </a:tr>
              <a:tr h="30413">
                <a:tc>
                  <a:txBody>
                    <a:bodyPr/>
                    <a:lstStyle/>
                    <a:p>
                      <a:pPr algn="ctr">
                        <a:buNone/>
                      </a:pPr>
                      <a:r>
                        <a:rPr lang="en-IN" sz="1600"/>
                        <a:t>O0111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030143"/>
                  </a:ext>
                </a:extLst>
              </a:tr>
              <a:tr h="30413">
                <a:tc>
                  <a:txBody>
                    <a:bodyPr/>
                    <a:lstStyle/>
                    <a:p>
                      <a:pPr algn="ctr">
                        <a:buNone/>
                      </a:pPr>
                      <a:r>
                        <a:rPr lang="en-IN" sz="1600"/>
                        <a:t>O0112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1098114"/>
                  </a:ext>
                </a:extLst>
              </a:tr>
              <a:tr h="30413">
                <a:tc>
                  <a:txBody>
                    <a:bodyPr/>
                    <a:lstStyle/>
                    <a:p>
                      <a:pPr algn="ctr">
                        <a:buNone/>
                      </a:pPr>
                      <a:r>
                        <a:rPr lang="en-IN" sz="1600"/>
                        <a:t>O0113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6399464"/>
                  </a:ext>
                </a:extLst>
              </a:tr>
              <a:tr h="30413">
                <a:tc>
                  <a:txBody>
                    <a:bodyPr/>
                    <a:lstStyle/>
                    <a:p>
                      <a:pPr algn="ctr">
                        <a:buNone/>
                      </a:pPr>
                      <a:r>
                        <a:rPr lang="en-IN" sz="1600"/>
                        <a:t>O0114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9230869"/>
                  </a:ext>
                </a:extLst>
              </a:tr>
              <a:tr h="30413">
                <a:tc>
                  <a:txBody>
                    <a:bodyPr/>
                    <a:lstStyle/>
                    <a:p>
                      <a:pPr algn="ctr">
                        <a:buNone/>
                      </a:pPr>
                      <a:r>
                        <a:rPr lang="en-IN" sz="1600"/>
                        <a:t>O0115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0195463"/>
                  </a:ext>
                </a:extLst>
              </a:tr>
              <a:tr h="30413">
                <a:tc>
                  <a:txBody>
                    <a:bodyPr/>
                    <a:lstStyle/>
                    <a:p>
                      <a:pPr algn="ctr">
                        <a:buNone/>
                      </a:pPr>
                      <a:r>
                        <a:rPr lang="en-IN" sz="1600"/>
                        <a:t>O0116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5004826"/>
                  </a:ext>
                </a:extLst>
              </a:tr>
              <a:tr h="30413">
                <a:tc>
                  <a:txBody>
                    <a:bodyPr/>
                    <a:lstStyle/>
                    <a:p>
                      <a:pPr algn="ctr">
                        <a:buNone/>
                      </a:pPr>
                      <a:r>
                        <a:rPr lang="en-IN" sz="1600"/>
                        <a:t>O0117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900837"/>
                  </a:ext>
                </a:extLst>
              </a:tr>
              <a:tr h="30413">
                <a:tc>
                  <a:txBody>
                    <a:bodyPr/>
                    <a:lstStyle/>
                    <a:p>
                      <a:pPr algn="ctr">
                        <a:buNone/>
                      </a:pPr>
                      <a:r>
                        <a:rPr lang="en-IN" sz="1600"/>
                        <a:t>O0118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115162"/>
                  </a:ext>
                </a:extLst>
              </a:tr>
              <a:tr h="30413">
                <a:tc>
                  <a:txBody>
                    <a:bodyPr/>
                    <a:lstStyle/>
                    <a:p>
                      <a:pPr algn="ctr">
                        <a:buNone/>
                      </a:pPr>
                      <a:r>
                        <a:rPr lang="en-IN" sz="1600"/>
                        <a:t>O0119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549864"/>
                  </a:ext>
                </a:extLst>
              </a:tr>
              <a:tr h="30413">
                <a:tc>
                  <a:txBody>
                    <a:bodyPr/>
                    <a:lstStyle/>
                    <a:p>
                      <a:pPr algn="ctr">
                        <a:buNone/>
                      </a:pPr>
                      <a:r>
                        <a:rPr lang="en-IN" sz="1600"/>
                        <a:t>O0120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326167"/>
                  </a:ext>
                </a:extLst>
              </a:tr>
              <a:tr h="30413">
                <a:tc>
                  <a:txBody>
                    <a:bodyPr/>
                    <a:lstStyle/>
                    <a:p>
                      <a:pPr algn="ctr">
                        <a:buNone/>
                      </a:pPr>
                      <a:r>
                        <a:rPr lang="en-IN" sz="1600"/>
                        <a:t>O0121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58086"/>
                  </a:ext>
                </a:extLst>
              </a:tr>
              <a:tr h="30413">
                <a:tc>
                  <a:txBody>
                    <a:bodyPr/>
                    <a:lstStyle/>
                    <a:p>
                      <a:pPr algn="ctr">
                        <a:buNone/>
                      </a:pPr>
                      <a:r>
                        <a:rPr lang="en-IN" sz="1600"/>
                        <a:t>O0122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3381648"/>
                  </a:ext>
                </a:extLst>
              </a:tr>
              <a:tr h="30413">
                <a:tc>
                  <a:txBody>
                    <a:bodyPr/>
                    <a:lstStyle/>
                    <a:p>
                      <a:pPr algn="ctr">
                        <a:buNone/>
                      </a:pPr>
                      <a:r>
                        <a:rPr lang="en-IN" sz="1600"/>
                        <a:t>O0123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073498"/>
                  </a:ext>
                </a:extLst>
              </a:tr>
              <a:tr h="30413">
                <a:tc>
                  <a:txBody>
                    <a:bodyPr/>
                    <a:lstStyle/>
                    <a:p>
                      <a:pPr algn="ctr">
                        <a:buNone/>
                      </a:pPr>
                      <a:r>
                        <a:rPr lang="en-IN" sz="1600"/>
                        <a:t>O0124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610719"/>
                  </a:ext>
                </a:extLst>
              </a:tr>
              <a:tr h="30413">
                <a:tc>
                  <a:txBody>
                    <a:bodyPr/>
                    <a:lstStyle/>
                    <a:p>
                      <a:pPr algn="ctr">
                        <a:buNone/>
                      </a:pPr>
                      <a:r>
                        <a:rPr lang="en-IN" sz="1600"/>
                        <a:t>O0125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0844194"/>
                  </a:ext>
                </a:extLst>
              </a:tr>
              <a:tr h="30413">
                <a:tc>
                  <a:txBody>
                    <a:bodyPr/>
                    <a:lstStyle/>
                    <a:p>
                      <a:pPr algn="ctr">
                        <a:buNone/>
                      </a:pPr>
                      <a:r>
                        <a:rPr lang="en-IN" sz="1600"/>
                        <a:t>O0126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6821687"/>
                  </a:ext>
                </a:extLst>
              </a:tr>
              <a:tr h="30413">
                <a:tc>
                  <a:txBody>
                    <a:bodyPr/>
                    <a:lstStyle/>
                    <a:p>
                      <a:pPr algn="ctr">
                        <a:buNone/>
                      </a:pPr>
                      <a:r>
                        <a:rPr lang="en-IN" sz="1600"/>
                        <a:t>O0127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4637842"/>
                  </a:ext>
                </a:extLst>
              </a:tr>
              <a:tr h="30413">
                <a:tc>
                  <a:txBody>
                    <a:bodyPr/>
                    <a:lstStyle/>
                    <a:p>
                      <a:pPr algn="ctr">
                        <a:buNone/>
                      </a:pPr>
                      <a:r>
                        <a:rPr lang="en-IN" sz="1600"/>
                        <a:t>O0128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9885818"/>
                  </a:ext>
                </a:extLst>
              </a:tr>
              <a:tr h="30413">
                <a:tc>
                  <a:txBody>
                    <a:bodyPr/>
                    <a:lstStyle/>
                    <a:p>
                      <a:pPr algn="ctr">
                        <a:buNone/>
                      </a:pPr>
                      <a:r>
                        <a:rPr lang="en-IN" sz="1600"/>
                        <a:t>O0129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3848429"/>
                  </a:ext>
                </a:extLst>
              </a:tr>
              <a:tr h="30413">
                <a:tc>
                  <a:txBody>
                    <a:bodyPr/>
                    <a:lstStyle/>
                    <a:p>
                      <a:pPr algn="ctr">
                        <a:buNone/>
                      </a:pPr>
                      <a:r>
                        <a:rPr lang="en-IN" sz="1600"/>
                        <a:t>O0130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1737570"/>
                  </a:ext>
                </a:extLst>
              </a:tr>
              <a:tr h="30413">
                <a:tc>
                  <a:txBody>
                    <a:bodyPr/>
                    <a:lstStyle/>
                    <a:p>
                      <a:pPr algn="ctr">
                        <a:buNone/>
                      </a:pPr>
                      <a:r>
                        <a:rPr lang="en-IN" sz="1600"/>
                        <a:t>O0131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7748804"/>
                  </a:ext>
                </a:extLst>
              </a:tr>
              <a:tr h="30413">
                <a:tc>
                  <a:txBody>
                    <a:bodyPr/>
                    <a:lstStyle/>
                    <a:p>
                      <a:pPr algn="ctr">
                        <a:buNone/>
                      </a:pPr>
                      <a:r>
                        <a:rPr lang="en-IN" sz="1600"/>
                        <a:t>O0132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8374522"/>
                  </a:ext>
                </a:extLst>
              </a:tr>
              <a:tr h="30413">
                <a:tc>
                  <a:txBody>
                    <a:bodyPr/>
                    <a:lstStyle/>
                    <a:p>
                      <a:pPr algn="ctr">
                        <a:buNone/>
                      </a:pPr>
                      <a:r>
                        <a:rPr lang="en-IN" sz="1600"/>
                        <a:t>O0133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9547585"/>
                  </a:ext>
                </a:extLst>
              </a:tr>
              <a:tr h="30413">
                <a:tc>
                  <a:txBody>
                    <a:bodyPr/>
                    <a:lstStyle/>
                    <a:p>
                      <a:pPr algn="ctr">
                        <a:buNone/>
                      </a:pPr>
                      <a:r>
                        <a:rPr lang="en-IN" sz="1600"/>
                        <a:t>O0134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508037"/>
                  </a:ext>
                </a:extLst>
              </a:tr>
              <a:tr h="30413">
                <a:tc>
                  <a:txBody>
                    <a:bodyPr/>
                    <a:lstStyle/>
                    <a:p>
                      <a:pPr algn="ctr">
                        <a:buNone/>
                      </a:pPr>
                      <a:r>
                        <a:rPr lang="en-IN" sz="1600"/>
                        <a:t>O0135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4746159"/>
                  </a:ext>
                </a:extLst>
              </a:tr>
              <a:tr h="30413">
                <a:tc>
                  <a:txBody>
                    <a:bodyPr/>
                    <a:lstStyle/>
                    <a:p>
                      <a:pPr algn="ctr">
                        <a:buNone/>
                      </a:pPr>
                      <a:r>
                        <a:rPr lang="en-IN" sz="1600"/>
                        <a:t>O0136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7573109"/>
                  </a:ext>
                </a:extLst>
              </a:tr>
              <a:tr h="30413">
                <a:tc>
                  <a:txBody>
                    <a:bodyPr/>
                    <a:lstStyle/>
                    <a:p>
                      <a:pPr algn="ctr">
                        <a:buNone/>
                      </a:pPr>
                      <a:r>
                        <a:rPr lang="en-IN" sz="1600"/>
                        <a:t>O0137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708600"/>
                  </a:ext>
                </a:extLst>
              </a:tr>
              <a:tr h="30413">
                <a:tc>
                  <a:txBody>
                    <a:bodyPr/>
                    <a:lstStyle/>
                    <a:p>
                      <a:pPr algn="ctr">
                        <a:buNone/>
                      </a:pPr>
                      <a:r>
                        <a:rPr lang="en-IN" sz="1600"/>
                        <a:t>O0138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847320"/>
                  </a:ext>
                </a:extLst>
              </a:tr>
              <a:tr h="30413">
                <a:tc>
                  <a:txBody>
                    <a:bodyPr/>
                    <a:lstStyle/>
                    <a:p>
                      <a:pPr algn="ctr">
                        <a:buNone/>
                      </a:pPr>
                      <a:r>
                        <a:rPr lang="en-IN" sz="1600"/>
                        <a:t>O0139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0356181"/>
                  </a:ext>
                </a:extLst>
              </a:tr>
              <a:tr h="30413">
                <a:tc>
                  <a:txBody>
                    <a:bodyPr/>
                    <a:lstStyle/>
                    <a:p>
                      <a:pPr algn="ctr">
                        <a:buNone/>
                      </a:pPr>
                      <a:r>
                        <a:rPr lang="en-IN" sz="1600"/>
                        <a:t>O0140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3786893"/>
                  </a:ext>
                </a:extLst>
              </a:tr>
              <a:tr h="30413">
                <a:tc>
                  <a:txBody>
                    <a:bodyPr/>
                    <a:lstStyle/>
                    <a:p>
                      <a:pPr algn="ctr">
                        <a:buNone/>
                      </a:pPr>
                      <a:r>
                        <a:rPr lang="en-IN" sz="1600"/>
                        <a:t>O0141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2206857"/>
                  </a:ext>
                </a:extLst>
              </a:tr>
              <a:tr h="30413">
                <a:tc>
                  <a:txBody>
                    <a:bodyPr/>
                    <a:lstStyle/>
                    <a:p>
                      <a:pPr algn="ctr">
                        <a:buNone/>
                      </a:pPr>
                      <a:r>
                        <a:rPr lang="en-IN" sz="1600"/>
                        <a:t>O0142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5965445"/>
                  </a:ext>
                </a:extLst>
              </a:tr>
              <a:tr h="30413">
                <a:tc>
                  <a:txBody>
                    <a:bodyPr/>
                    <a:lstStyle/>
                    <a:p>
                      <a:pPr algn="ctr">
                        <a:buNone/>
                      </a:pPr>
                      <a:r>
                        <a:rPr lang="en-IN" sz="1600"/>
                        <a:t>O0143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2461058"/>
                  </a:ext>
                </a:extLst>
              </a:tr>
              <a:tr h="30413">
                <a:tc>
                  <a:txBody>
                    <a:bodyPr/>
                    <a:lstStyle/>
                    <a:p>
                      <a:pPr algn="ctr">
                        <a:buNone/>
                      </a:pPr>
                      <a:r>
                        <a:rPr lang="en-IN" sz="1600"/>
                        <a:t>O0144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938646"/>
                  </a:ext>
                </a:extLst>
              </a:tr>
              <a:tr h="30413">
                <a:tc>
                  <a:txBody>
                    <a:bodyPr/>
                    <a:lstStyle/>
                    <a:p>
                      <a:pPr algn="ctr">
                        <a:buNone/>
                      </a:pPr>
                      <a:r>
                        <a:rPr lang="en-IN" sz="1600"/>
                        <a:t>O0145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0018311"/>
                  </a:ext>
                </a:extLst>
              </a:tr>
              <a:tr h="30413">
                <a:tc>
                  <a:txBody>
                    <a:bodyPr/>
                    <a:lstStyle/>
                    <a:p>
                      <a:pPr algn="ctr">
                        <a:buNone/>
                      </a:pPr>
                      <a:r>
                        <a:rPr lang="en-IN" sz="1600"/>
                        <a:t>O0146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0851792"/>
                  </a:ext>
                </a:extLst>
              </a:tr>
              <a:tr h="30413">
                <a:tc>
                  <a:txBody>
                    <a:bodyPr/>
                    <a:lstStyle/>
                    <a:p>
                      <a:pPr algn="ctr">
                        <a:buNone/>
                      </a:pPr>
                      <a:r>
                        <a:rPr lang="en-IN" sz="1600"/>
                        <a:t>O0147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5587979"/>
                  </a:ext>
                </a:extLst>
              </a:tr>
              <a:tr h="30413">
                <a:tc>
                  <a:txBody>
                    <a:bodyPr/>
                    <a:lstStyle/>
                    <a:p>
                      <a:pPr algn="ctr">
                        <a:buNone/>
                      </a:pPr>
                      <a:r>
                        <a:rPr lang="en-IN" sz="1600"/>
                        <a:t>O0148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1392911"/>
                  </a:ext>
                </a:extLst>
              </a:tr>
              <a:tr h="30413">
                <a:tc>
                  <a:txBody>
                    <a:bodyPr/>
                    <a:lstStyle/>
                    <a:p>
                      <a:pPr algn="ctr">
                        <a:buNone/>
                      </a:pPr>
                      <a:r>
                        <a:rPr lang="en-IN" sz="1600"/>
                        <a:t>O0149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6031496"/>
                  </a:ext>
                </a:extLst>
              </a:tr>
              <a:tr h="30413">
                <a:tc>
                  <a:txBody>
                    <a:bodyPr/>
                    <a:lstStyle/>
                    <a:p>
                      <a:pPr algn="ctr">
                        <a:buNone/>
                      </a:pPr>
                      <a:r>
                        <a:rPr lang="en-IN" sz="1600"/>
                        <a:t>O0150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022791"/>
                  </a:ext>
                </a:extLst>
              </a:tr>
              <a:tr h="30413">
                <a:tc>
                  <a:txBody>
                    <a:bodyPr/>
                    <a:lstStyle/>
                    <a:p>
                      <a:pPr algn="ctr">
                        <a:buNone/>
                      </a:pPr>
                      <a:r>
                        <a:rPr lang="en-IN" sz="1600"/>
                        <a:t>O0151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1310266"/>
                  </a:ext>
                </a:extLst>
              </a:tr>
              <a:tr h="30413">
                <a:tc>
                  <a:txBody>
                    <a:bodyPr/>
                    <a:lstStyle/>
                    <a:p>
                      <a:pPr algn="ctr">
                        <a:buNone/>
                      </a:pPr>
                      <a:r>
                        <a:rPr lang="en-IN" sz="1600"/>
                        <a:t>O0152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072327"/>
                  </a:ext>
                </a:extLst>
              </a:tr>
              <a:tr h="30413">
                <a:tc>
                  <a:txBody>
                    <a:bodyPr/>
                    <a:lstStyle/>
                    <a:p>
                      <a:pPr algn="ctr">
                        <a:buNone/>
                      </a:pPr>
                      <a:r>
                        <a:rPr lang="en-IN" sz="1600"/>
                        <a:t>O0153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219133"/>
                  </a:ext>
                </a:extLst>
              </a:tr>
              <a:tr h="30413">
                <a:tc>
                  <a:txBody>
                    <a:bodyPr/>
                    <a:lstStyle/>
                    <a:p>
                      <a:pPr algn="ctr">
                        <a:buNone/>
                      </a:pPr>
                      <a:r>
                        <a:rPr lang="en-IN" sz="1600"/>
                        <a:t>O0154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5556803"/>
                  </a:ext>
                </a:extLst>
              </a:tr>
              <a:tr h="30413">
                <a:tc>
                  <a:txBody>
                    <a:bodyPr/>
                    <a:lstStyle/>
                    <a:p>
                      <a:pPr algn="ctr">
                        <a:buNone/>
                      </a:pPr>
                      <a:r>
                        <a:rPr lang="en-IN" sz="1600"/>
                        <a:t>O0155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0739680"/>
                  </a:ext>
                </a:extLst>
              </a:tr>
              <a:tr h="30413">
                <a:tc>
                  <a:txBody>
                    <a:bodyPr/>
                    <a:lstStyle/>
                    <a:p>
                      <a:pPr algn="ctr">
                        <a:buNone/>
                      </a:pPr>
                      <a:r>
                        <a:rPr lang="en-IN" sz="1600"/>
                        <a:t>O0156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457814"/>
                  </a:ext>
                </a:extLst>
              </a:tr>
              <a:tr h="30413">
                <a:tc>
                  <a:txBody>
                    <a:bodyPr/>
                    <a:lstStyle/>
                    <a:p>
                      <a:pPr algn="ctr">
                        <a:buNone/>
                      </a:pPr>
                      <a:r>
                        <a:rPr lang="en-IN" sz="1600"/>
                        <a:t>O0157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7623172"/>
                  </a:ext>
                </a:extLst>
              </a:tr>
              <a:tr h="30413">
                <a:tc>
                  <a:txBody>
                    <a:bodyPr/>
                    <a:lstStyle/>
                    <a:p>
                      <a:pPr algn="ctr">
                        <a:buNone/>
                      </a:pPr>
                      <a:r>
                        <a:rPr lang="en-IN" sz="1600"/>
                        <a:t>O0158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8205438"/>
                  </a:ext>
                </a:extLst>
              </a:tr>
              <a:tr h="30413">
                <a:tc>
                  <a:txBody>
                    <a:bodyPr/>
                    <a:lstStyle/>
                    <a:p>
                      <a:pPr algn="ctr">
                        <a:buNone/>
                      </a:pPr>
                      <a:r>
                        <a:rPr lang="en-IN" sz="1600"/>
                        <a:t>O0159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6684731"/>
                  </a:ext>
                </a:extLst>
              </a:tr>
              <a:tr h="30413">
                <a:tc>
                  <a:txBody>
                    <a:bodyPr/>
                    <a:lstStyle/>
                    <a:p>
                      <a:pPr algn="ctr">
                        <a:buNone/>
                      </a:pPr>
                      <a:r>
                        <a:rPr lang="en-IN" sz="1600"/>
                        <a:t>O0160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640562"/>
                  </a:ext>
                </a:extLst>
              </a:tr>
              <a:tr h="30413">
                <a:tc>
                  <a:txBody>
                    <a:bodyPr/>
                    <a:lstStyle/>
                    <a:p>
                      <a:pPr algn="ctr">
                        <a:buNone/>
                      </a:pPr>
                      <a:r>
                        <a:rPr lang="en-IN" sz="1600"/>
                        <a:t>O0161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75983"/>
                  </a:ext>
                </a:extLst>
              </a:tr>
              <a:tr h="30413">
                <a:tc>
                  <a:txBody>
                    <a:bodyPr/>
                    <a:lstStyle/>
                    <a:p>
                      <a:pPr algn="ctr">
                        <a:buNone/>
                      </a:pPr>
                      <a:r>
                        <a:rPr lang="en-IN" sz="1600"/>
                        <a:t>O0162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6489669"/>
                  </a:ext>
                </a:extLst>
              </a:tr>
              <a:tr h="30413">
                <a:tc>
                  <a:txBody>
                    <a:bodyPr/>
                    <a:lstStyle/>
                    <a:p>
                      <a:pPr algn="ctr">
                        <a:buNone/>
                      </a:pPr>
                      <a:r>
                        <a:rPr lang="en-IN" sz="1600"/>
                        <a:t>O0163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5562062"/>
                  </a:ext>
                </a:extLst>
              </a:tr>
              <a:tr h="30413">
                <a:tc>
                  <a:txBody>
                    <a:bodyPr/>
                    <a:lstStyle/>
                    <a:p>
                      <a:pPr algn="ctr">
                        <a:buNone/>
                      </a:pPr>
                      <a:r>
                        <a:rPr lang="en-IN" sz="1600"/>
                        <a:t>O0164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8156893"/>
                  </a:ext>
                </a:extLst>
              </a:tr>
              <a:tr h="30413">
                <a:tc>
                  <a:txBody>
                    <a:bodyPr/>
                    <a:lstStyle/>
                    <a:p>
                      <a:pPr algn="ctr">
                        <a:buNone/>
                      </a:pPr>
                      <a:r>
                        <a:rPr lang="en-IN" sz="1600"/>
                        <a:t>O0165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276168"/>
                  </a:ext>
                </a:extLst>
              </a:tr>
              <a:tr h="30413">
                <a:tc>
                  <a:txBody>
                    <a:bodyPr/>
                    <a:lstStyle/>
                    <a:p>
                      <a:pPr algn="ctr">
                        <a:buNone/>
                      </a:pPr>
                      <a:r>
                        <a:rPr lang="en-IN" sz="1600"/>
                        <a:t>O0166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724818"/>
                  </a:ext>
                </a:extLst>
              </a:tr>
              <a:tr h="30413">
                <a:tc>
                  <a:txBody>
                    <a:bodyPr/>
                    <a:lstStyle/>
                    <a:p>
                      <a:pPr algn="ctr">
                        <a:buNone/>
                      </a:pPr>
                      <a:r>
                        <a:rPr lang="en-IN" sz="1600"/>
                        <a:t>O0167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095030"/>
                  </a:ext>
                </a:extLst>
              </a:tr>
              <a:tr h="30413">
                <a:tc>
                  <a:txBody>
                    <a:bodyPr/>
                    <a:lstStyle/>
                    <a:p>
                      <a:pPr algn="ctr">
                        <a:buNone/>
                      </a:pPr>
                      <a:r>
                        <a:rPr lang="en-IN" sz="1600"/>
                        <a:t>O0168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9070193"/>
                  </a:ext>
                </a:extLst>
              </a:tr>
              <a:tr h="30413">
                <a:tc>
                  <a:txBody>
                    <a:bodyPr/>
                    <a:lstStyle/>
                    <a:p>
                      <a:pPr algn="ctr">
                        <a:buNone/>
                      </a:pPr>
                      <a:r>
                        <a:rPr lang="en-IN" sz="1600"/>
                        <a:t>O0169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530887"/>
                  </a:ext>
                </a:extLst>
              </a:tr>
              <a:tr h="30413">
                <a:tc>
                  <a:txBody>
                    <a:bodyPr/>
                    <a:lstStyle/>
                    <a:p>
                      <a:pPr algn="ctr">
                        <a:buNone/>
                      </a:pPr>
                      <a:r>
                        <a:rPr lang="en-IN" sz="1600"/>
                        <a:t>O0170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410867"/>
                  </a:ext>
                </a:extLst>
              </a:tr>
              <a:tr h="30413">
                <a:tc>
                  <a:txBody>
                    <a:bodyPr/>
                    <a:lstStyle/>
                    <a:p>
                      <a:pPr algn="ctr">
                        <a:buNone/>
                      </a:pPr>
                      <a:r>
                        <a:rPr lang="en-IN" sz="1600"/>
                        <a:t>O0171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3452025"/>
                  </a:ext>
                </a:extLst>
              </a:tr>
              <a:tr h="30413">
                <a:tc>
                  <a:txBody>
                    <a:bodyPr/>
                    <a:lstStyle/>
                    <a:p>
                      <a:pPr algn="ctr">
                        <a:buNone/>
                      </a:pPr>
                      <a:r>
                        <a:rPr lang="en-IN" sz="1600"/>
                        <a:t>O0172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4913620"/>
                  </a:ext>
                </a:extLst>
              </a:tr>
              <a:tr h="30413">
                <a:tc>
                  <a:txBody>
                    <a:bodyPr/>
                    <a:lstStyle/>
                    <a:p>
                      <a:pPr algn="ctr">
                        <a:buNone/>
                      </a:pPr>
                      <a:r>
                        <a:rPr lang="en-IN" sz="1600"/>
                        <a:t>O0173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7552245"/>
                  </a:ext>
                </a:extLst>
              </a:tr>
              <a:tr h="30413">
                <a:tc>
                  <a:txBody>
                    <a:bodyPr/>
                    <a:lstStyle/>
                    <a:p>
                      <a:pPr algn="ctr">
                        <a:buNone/>
                      </a:pPr>
                      <a:r>
                        <a:rPr lang="en-IN" sz="1600"/>
                        <a:t>O0174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3242550"/>
                  </a:ext>
                </a:extLst>
              </a:tr>
              <a:tr h="30413">
                <a:tc>
                  <a:txBody>
                    <a:bodyPr/>
                    <a:lstStyle/>
                    <a:p>
                      <a:pPr algn="ctr">
                        <a:buNone/>
                      </a:pPr>
                      <a:r>
                        <a:rPr lang="en-IN" sz="1600"/>
                        <a:t>O0175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376255"/>
                  </a:ext>
                </a:extLst>
              </a:tr>
              <a:tr h="30413">
                <a:tc>
                  <a:txBody>
                    <a:bodyPr/>
                    <a:lstStyle/>
                    <a:p>
                      <a:pPr algn="ctr">
                        <a:buNone/>
                      </a:pPr>
                      <a:r>
                        <a:rPr lang="en-IN" sz="1600"/>
                        <a:t>O0176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239475"/>
                  </a:ext>
                </a:extLst>
              </a:tr>
              <a:tr h="30413">
                <a:tc>
                  <a:txBody>
                    <a:bodyPr/>
                    <a:lstStyle/>
                    <a:p>
                      <a:pPr algn="ctr">
                        <a:buNone/>
                      </a:pPr>
                      <a:r>
                        <a:rPr lang="en-IN" sz="1600"/>
                        <a:t>O0177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610118"/>
                  </a:ext>
                </a:extLst>
              </a:tr>
              <a:tr h="30413">
                <a:tc>
                  <a:txBody>
                    <a:bodyPr/>
                    <a:lstStyle/>
                    <a:p>
                      <a:pPr algn="ctr">
                        <a:buNone/>
                      </a:pPr>
                      <a:r>
                        <a:rPr lang="en-IN" sz="1600"/>
                        <a:t>O0178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3498144"/>
                  </a:ext>
                </a:extLst>
              </a:tr>
              <a:tr h="30413">
                <a:tc>
                  <a:txBody>
                    <a:bodyPr/>
                    <a:lstStyle/>
                    <a:p>
                      <a:pPr algn="ctr">
                        <a:buNone/>
                      </a:pPr>
                      <a:r>
                        <a:rPr lang="en-IN" sz="1600"/>
                        <a:t>O0179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8733698"/>
                  </a:ext>
                </a:extLst>
              </a:tr>
              <a:tr h="30413">
                <a:tc>
                  <a:txBody>
                    <a:bodyPr/>
                    <a:lstStyle/>
                    <a:p>
                      <a:pPr algn="ctr">
                        <a:buNone/>
                      </a:pPr>
                      <a:r>
                        <a:rPr lang="en-IN" sz="1600"/>
                        <a:t>O0180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1459695"/>
                  </a:ext>
                </a:extLst>
              </a:tr>
              <a:tr h="30413">
                <a:tc>
                  <a:txBody>
                    <a:bodyPr/>
                    <a:lstStyle/>
                    <a:p>
                      <a:pPr algn="ctr">
                        <a:buNone/>
                      </a:pPr>
                      <a:r>
                        <a:rPr lang="en-IN" sz="1600"/>
                        <a:t>O0181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2646242"/>
                  </a:ext>
                </a:extLst>
              </a:tr>
              <a:tr h="30413">
                <a:tc>
                  <a:txBody>
                    <a:bodyPr/>
                    <a:lstStyle/>
                    <a:p>
                      <a:pPr algn="ctr">
                        <a:buNone/>
                      </a:pPr>
                      <a:r>
                        <a:rPr lang="en-IN" sz="1600"/>
                        <a:t>O0182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5135647"/>
                  </a:ext>
                </a:extLst>
              </a:tr>
              <a:tr h="30413">
                <a:tc>
                  <a:txBody>
                    <a:bodyPr/>
                    <a:lstStyle/>
                    <a:p>
                      <a:pPr algn="ctr">
                        <a:buNone/>
                      </a:pPr>
                      <a:r>
                        <a:rPr lang="en-IN" sz="1600"/>
                        <a:t>O0183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6878912"/>
                  </a:ext>
                </a:extLst>
              </a:tr>
              <a:tr h="30413">
                <a:tc>
                  <a:txBody>
                    <a:bodyPr/>
                    <a:lstStyle/>
                    <a:p>
                      <a:pPr algn="ctr">
                        <a:buNone/>
                      </a:pPr>
                      <a:r>
                        <a:rPr lang="en-IN" sz="1600"/>
                        <a:t>O0184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740233"/>
                  </a:ext>
                </a:extLst>
              </a:tr>
              <a:tr h="30413">
                <a:tc>
                  <a:txBody>
                    <a:bodyPr/>
                    <a:lstStyle/>
                    <a:p>
                      <a:pPr algn="ctr">
                        <a:buNone/>
                      </a:pPr>
                      <a:r>
                        <a:rPr lang="en-IN" sz="1600"/>
                        <a:t>O0185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8368682"/>
                  </a:ext>
                </a:extLst>
              </a:tr>
              <a:tr h="30413">
                <a:tc>
                  <a:txBody>
                    <a:bodyPr/>
                    <a:lstStyle/>
                    <a:p>
                      <a:pPr algn="ctr">
                        <a:buNone/>
                      </a:pPr>
                      <a:r>
                        <a:rPr lang="en-IN" sz="1600"/>
                        <a:t>O0186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007677"/>
                  </a:ext>
                </a:extLst>
              </a:tr>
              <a:tr h="30413">
                <a:tc>
                  <a:txBody>
                    <a:bodyPr/>
                    <a:lstStyle/>
                    <a:p>
                      <a:pPr algn="ctr">
                        <a:buNone/>
                      </a:pPr>
                      <a:r>
                        <a:rPr lang="en-IN" sz="1600"/>
                        <a:t>O0187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9151591"/>
                  </a:ext>
                </a:extLst>
              </a:tr>
              <a:tr h="30413">
                <a:tc>
                  <a:txBody>
                    <a:bodyPr/>
                    <a:lstStyle/>
                    <a:p>
                      <a:pPr algn="ctr">
                        <a:buNone/>
                      </a:pPr>
                      <a:r>
                        <a:rPr lang="en-IN" sz="1600"/>
                        <a:t>O0188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1657460"/>
                  </a:ext>
                </a:extLst>
              </a:tr>
              <a:tr h="30413">
                <a:tc>
                  <a:txBody>
                    <a:bodyPr/>
                    <a:lstStyle/>
                    <a:p>
                      <a:pPr algn="ctr">
                        <a:buNone/>
                      </a:pPr>
                      <a:r>
                        <a:rPr lang="en-IN" sz="1600"/>
                        <a:t>O0189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4550389"/>
                  </a:ext>
                </a:extLst>
              </a:tr>
              <a:tr h="30413">
                <a:tc>
                  <a:txBody>
                    <a:bodyPr/>
                    <a:lstStyle/>
                    <a:p>
                      <a:pPr algn="ctr">
                        <a:buNone/>
                      </a:pPr>
                      <a:r>
                        <a:rPr lang="en-IN" sz="1600"/>
                        <a:t>O0190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1575030"/>
                  </a:ext>
                </a:extLst>
              </a:tr>
              <a:tr h="30413">
                <a:tc>
                  <a:txBody>
                    <a:bodyPr/>
                    <a:lstStyle/>
                    <a:p>
                      <a:pPr algn="ctr">
                        <a:buNone/>
                      </a:pPr>
                      <a:r>
                        <a:rPr lang="en-IN" sz="1600"/>
                        <a:t>O0191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0347684"/>
                  </a:ext>
                </a:extLst>
              </a:tr>
              <a:tr h="30413">
                <a:tc>
                  <a:txBody>
                    <a:bodyPr/>
                    <a:lstStyle/>
                    <a:p>
                      <a:pPr algn="ctr">
                        <a:buNone/>
                      </a:pPr>
                      <a:r>
                        <a:rPr lang="en-IN" sz="1600"/>
                        <a:t>O0192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7063587"/>
                  </a:ext>
                </a:extLst>
              </a:tr>
              <a:tr h="30413">
                <a:tc>
                  <a:txBody>
                    <a:bodyPr/>
                    <a:lstStyle/>
                    <a:p>
                      <a:pPr algn="ctr">
                        <a:buNone/>
                      </a:pPr>
                      <a:r>
                        <a:rPr lang="en-IN" sz="1600"/>
                        <a:t>O0193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9867903"/>
                  </a:ext>
                </a:extLst>
              </a:tr>
              <a:tr h="30413">
                <a:tc>
                  <a:txBody>
                    <a:bodyPr/>
                    <a:lstStyle/>
                    <a:p>
                      <a:pPr algn="ctr">
                        <a:buNone/>
                      </a:pPr>
                      <a:r>
                        <a:rPr lang="en-IN" sz="1600"/>
                        <a:t>O0194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1410903"/>
                  </a:ext>
                </a:extLst>
              </a:tr>
              <a:tr h="30413">
                <a:tc>
                  <a:txBody>
                    <a:bodyPr/>
                    <a:lstStyle/>
                    <a:p>
                      <a:pPr algn="ctr">
                        <a:buNone/>
                      </a:pPr>
                      <a:r>
                        <a:rPr lang="en-IN" sz="1600"/>
                        <a:t>O0195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0784129"/>
                  </a:ext>
                </a:extLst>
              </a:tr>
              <a:tr h="30413">
                <a:tc>
                  <a:txBody>
                    <a:bodyPr/>
                    <a:lstStyle/>
                    <a:p>
                      <a:pPr algn="ctr">
                        <a:buNone/>
                      </a:pPr>
                      <a:r>
                        <a:rPr lang="en-IN" sz="1600"/>
                        <a:t>O0196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223997"/>
                  </a:ext>
                </a:extLst>
              </a:tr>
              <a:tr h="30413">
                <a:tc>
                  <a:txBody>
                    <a:bodyPr/>
                    <a:lstStyle/>
                    <a:p>
                      <a:pPr algn="ctr">
                        <a:buNone/>
                      </a:pPr>
                      <a:r>
                        <a:rPr lang="en-IN" sz="1600"/>
                        <a:t>O0197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384079"/>
                  </a:ext>
                </a:extLst>
              </a:tr>
              <a:tr h="30413">
                <a:tc>
                  <a:txBody>
                    <a:bodyPr/>
                    <a:lstStyle/>
                    <a:p>
                      <a:pPr algn="ctr">
                        <a:buNone/>
                      </a:pPr>
                      <a:r>
                        <a:rPr lang="en-IN" sz="1600"/>
                        <a:t>O0198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141264"/>
                  </a:ext>
                </a:extLst>
              </a:tr>
              <a:tr h="30413">
                <a:tc>
                  <a:txBody>
                    <a:bodyPr/>
                    <a:lstStyle/>
                    <a:p>
                      <a:pPr algn="ctr">
                        <a:buNone/>
                      </a:pPr>
                      <a:r>
                        <a:rPr lang="en-IN" sz="1600"/>
                        <a:t>O0199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95673"/>
                  </a:ext>
                </a:extLst>
              </a:tr>
              <a:tr h="30413">
                <a:tc>
                  <a:txBody>
                    <a:bodyPr/>
                    <a:lstStyle/>
                    <a:p>
                      <a:pPr algn="ctr">
                        <a:buNone/>
                      </a:pPr>
                      <a:r>
                        <a:rPr lang="en-IN" sz="1600"/>
                        <a:t>O0200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0083126"/>
                  </a:ext>
                </a:extLst>
              </a:tr>
              <a:tr h="30413">
                <a:tc>
                  <a:txBody>
                    <a:bodyPr/>
                    <a:lstStyle/>
                    <a:p>
                      <a:pPr algn="ctr">
                        <a:buNone/>
                      </a:pPr>
                      <a:r>
                        <a:rPr lang="en-IN" sz="1600"/>
                        <a:t>O0201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13710"/>
                  </a:ext>
                </a:extLst>
              </a:tr>
              <a:tr h="30413">
                <a:tc>
                  <a:txBody>
                    <a:bodyPr/>
                    <a:lstStyle/>
                    <a:p>
                      <a:pPr algn="ctr">
                        <a:buNone/>
                      </a:pPr>
                      <a:r>
                        <a:rPr lang="en-IN" sz="1600"/>
                        <a:t>O0202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9401880"/>
                  </a:ext>
                </a:extLst>
              </a:tr>
              <a:tr h="30413">
                <a:tc>
                  <a:txBody>
                    <a:bodyPr/>
                    <a:lstStyle/>
                    <a:p>
                      <a:pPr algn="ctr">
                        <a:buNone/>
                      </a:pPr>
                      <a:r>
                        <a:rPr lang="en-IN" sz="1600"/>
                        <a:t>O0203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108272"/>
                  </a:ext>
                </a:extLst>
              </a:tr>
              <a:tr h="30413">
                <a:tc>
                  <a:txBody>
                    <a:bodyPr/>
                    <a:lstStyle/>
                    <a:p>
                      <a:pPr algn="ctr">
                        <a:buNone/>
                      </a:pPr>
                      <a:r>
                        <a:rPr lang="en-IN" sz="1600"/>
                        <a:t>O0204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552972"/>
                  </a:ext>
                </a:extLst>
              </a:tr>
              <a:tr h="30413">
                <a:tc>
                  <a:txBody>
                    <a:bodyPr/>
                    <a:lstStyle/>
                    <a:p>
                      <a:pPr algn="ctr">
                        <a:buNone/>
                      </a:pPr>
                      <a:r>
                        <a:rPr lang="en-IN" sz="1600"/>
                        <a:t>O0205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6009919"/>
                  </a:ext>
                </a:extLst>
              </a:tr>
              <a:tr h="30413">
                <a:tc>
                  <a:txBody>
                    <a:bodyPr/>
                    <a:lstStyle/>
                    <a:p>
                      <a:pPr algn="ctr">
                        <a:buNone/>
                      </a:pPr>
                      <a:r>
                        <a:rPr lang="en-IN" sz="1600"/>
                        <a:t>O0206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936698"/>
                  </a:ext>
                </a:extLst>
              </a:tr>
              <a:tr h="30413">
                <a:tc>
                  <a:txBody>
                    <a:bodyPr/>
                    <a:lstStyle/>
                    <a:p>
                      <a:pPr algn="ctr">
                        <a:buNone/>
                      </a:pPr>
                      <a:r>
                        <a:rPr lang="en-IN" sz="1600"/>
                        <a:t>O0207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280927"/>
                  </a:ext>
                </a:extLst>
              </a:tr>
              <a:tr h="30413">
                <a:tc>
                  <a:txBody>
                    <a:bodyPr/>
                    <a:lstStyle/>
                    <a:p>
                      <a:pPr algn="ctr">
                        <a:buNone/>
                      </a:pPr>
                      <a:r>
                        <a:rPr lang="en-IN" sz="1600"/>
                        <a:t>O0208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6719819"/>
                  </a:ext>
                </a:extLst>
              </a:tr>
              <a:tr h="30413">
                <a:tc>
                  <a:txBody>
                    <a:bodyPr/>
                    <a:lstStyle/>
                    <a:p>
                      <a:pPr algn="ctr">
                        <a:buNone/>
                      </a:pPr>
                      <a:r>
                        <a:rPr lang="en-IN" sz="1600"/>
                        <a:t>O0209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635740"/>
                  </a:ext>
                </a:extLst>
              </a:tr>
              <a:tr h="30413">
                <a:tc>
                  <a:txBody>
                    <a:bodyPr/>
                    <a:lstStyle/>
                    <a:p>
                      <a:pPr algn="ctr">
                        <a:buNone/>
                      </a:pPr>
                      <a:r>
                        <a:rPr lang="en-IN" sz="1600"/>
                        <a:t>O0210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77390"/>
                  </a:ext>
                </a:extLst>
              </a:tr>
              <a:tr h="30413">
                <a:tc>
                  <a:txBody>
                    <a:bodyPr/>
                    <a:lstStyle/>
                    <a:p>
                      <a:pPr algn="ctr">
                        <a:buNone/>
                      </a:pPr>
                      <a:r>
                        <a:rPr lang="en-IN" sz="1600"/>
                        <a:t>O0211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004008"/>
                  </a:ext>
                </a:extLst>
              </a:tr>
              <a:tr h="30413">
                <a:tc>
                  <a:txBody>
                    <a:bodyPr/>
                    <a:lstStyle/>
                    <a:p>
                      <a:pPr algn="ctr">
                        <a:buNone/>
                      </a:pPr>
                      <a:r>
                        <a:rPr lang="en-IN" sz="1600"/>
                        <a:t>O0212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8120453"/>
                  </a:ext>
                </a:extLst>
              </a:tr>
              <a:tr h="30413">
                <a:tc>
                  <a:txBody>
                    <a:bodyPr/>
                    <a:lstStyle/>
                    <a:p>
                      <a:pPr algn="ctr">
                        <a:buNone/>
                      </a:pPr>
                      <a:r>
                        <a:rPr lang="en-IN" sz="1600"/>
                        <a:t>O0213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1328203"/>
                  </a:ext>
                </a:extLst>
              </a:tr>
              <a:tr h="30413">
                <a:tc>
                  <a:txBody>
                    <a:bodyPr/>
                    <a:lstStyle/>
                    <a:p>
                      <a:pPr algn="ctr">
                        <a:buNone/>
                      </a:pPr>
                      <a:r>
                        <a:rPr lang="en-IN" sz="1600"/>
                        <a:t>O0214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748456"/>
                  </a:ext>
                </a:extLst>
              </a:tr>
              <a:tr h="30413">
                <a:tc>
                  <a:txBody>
                    <a:bodyPr/>
                    <a:lstStyle/>
                    <a:p>
                      <a:pPr algn="ctr">
                        <a:buNone/>
                      </a:pPr>
                      <a:r>
                        <a:rPr lang="en-IN" sz="1600"/>
                        <a:t>O0215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566318"/>
                  </a:ext>
                </a:extLst>
              </a:tr>
              <a:tr h="30413">
                <a:tc>
                  <a:txBody>
                    <a:bodyPr/>
                    <a:lstStyle/>
                    <a:p>
                      <a:pPr algn="ctr">
                        <a:buNone/>
                      </a:pPr>
                      <a:r>
                        <a:rPr lang="en-IN" sz="1600"/>
                        <a:t>O0216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483481"/>
                  </a:ext>
                </a:extLst>
              </a:tr>
              <a:tr h="30413">
                <a:tc>
                  <a:txBody>
                    <a:bodyPr/>
                    <a:lstStyle/>
                    <a:p>
                      <a:pPr algn="ctr">
                        <a:buNone/>
                      </a:pPr>
                      <a:r>
                        <a:rPr lang="en-IN" sz="1600"/>
                        <a:t>O0217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3517331"/>
                  </a:ext>
                </a:extLst>
              </a:tr>
              <a:tr h="30413">
                <a:tc>
                  <a:txBody>
                    <a:bodyPr/>
                    <a:lstStyle/>
                    <a:p>
                      <a:pPr algn="ctr">
                        <a:buNone/>
                      </a:pPr>
                      <a:r>
                        <a:rPr lang="en-IN" sz="1600"/>
                        <a:t>O0218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8869733"/>
                  </a:ext>
                </a:extLst>
              </a:tr>
              <a:tr h="30413">
                <a:tc>
                  <a:txBody>
                    <a:bodyPr/>
                    <a:lstStyle/>
                    <a:p>
                      <a:pPr algn="ctr">
                        <a:buNone/>
                      </a:pPr>
                      <a:r>
                        <a:rPr lang="en-IN" sz="1600"/>
                        <a:t>O0219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7662097"/>
                  </a:ext>
                </a:extLst>
              </a:tr>
              <a:tr h="30413">
                <a:tc>
                  <a:txBody>
                    <a:bodyPr/>
                    <a:lstStyle/>
                    <a:p>
                      <a:pPr algn="ctr">
                        <a:buNone/>
                      </a:pPr>
                      <a:r>
                        <a:rPr lang="en-IN" sz="1600"/>
                        <a:t>O0220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890548"/>
                  </a:ext>
                </a:extLst>
              </a:tr>
              <a:tr h="30413">
                <a:tc>
                  <a:txBody>
                    <a:bodyPr/>
                    <a:lstStyle/>
                    <a:p>
                      <a:pPr algn="ctr">
                        <a:buNone/>
                      </a:pPr>
                      <a:r>
                        <a:rPr lang="en-IN" sz="1600"/>
                        <a:t>O0221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9681104"/>
                  </a:ext>
                </a:extLst>
              </a:tr>
              <a:tr h="30413">
                <a:tc>
                  <a:txBody>
                    <a:bodyPr/>
                    <a:lstStyle/>
                    <a:p>
                      <a:pPr algn="ctr">
                        <a:buNone/>
                      </a:pPr>
                      <a:r>
                        <a:rPr lang="en-IN" sz="1600"/>
                        <a:t>O0222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4933290"/>
                  </a:ext>
                </a:extLst>
              </a:tr>
              <a:tr h="30413">
                <a:tc>
                  <a:txBody>
                    <a:bodyPr/>
                    <a:lstStyle/>
                    <a:p>
                      <a:pPr algn="ctr">
                        <a:buNone/>
                      </a:pPr>
                      <a:r>
                        <a:rPr lang="en-IN" sz="1600"/>
                        <a:t>O0223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467433"/>
                  </a:ext>
                </a:extLst>
              </a:tr>
              <a:tr h="30413">
                <a:tc>
                  <a:txBody>
                    <a:bodyPr/>
                    <a:lstStyle/>
                    <a:p>
                      <a:pPr algn="ctr">
                        <a:buNone/>
                      </a:pPr>
                      <a:r>
                        <a:rPr lang="en-IN" sz="1600"/>
                        <a:t>O0224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555000"/>
                  </a:ext>
                </a:extLst>
              </a:tr>
              <a:tr h="30413">
                <a:tc>
                  <a:txBody>
                    <a:bodyPr/>
                    <a:lstStyle/>
                    <a:p>
                      <a:pPr algn="ctr">
                        <a:buNone/>
                      </a:pPr>
                      <a:r>
                        <a:rPr lang="en-IN" sz="1600"/>
                        <a:t>O0225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3043817"/>
                  </a:ext>
                </a:extLst>
              </a:tr>
              <a:tr h="30413">
                <a:tc>
                  <a:txBody>
                    <a:bodyPr/>
                    <a:lstStyle/>
                    <a:p>
                      <a:pPr algn="ctr">
                        <a:buNone/>
                      </a:pPr>
                      <a:r>
                        <a:rPr lang="en-IN" sz="1600"/>
                        <a:t>O0226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5177549"/>
                  </a:ext>
                </a:extLst>
              </a:tr>
              <a:tr h="30413">
                <a:tc>
                  <a:txBody>
                    <a:bodyPr/>
                    <a:lstStyle/>
                    <a:p>
                      <a:pPr algn="ctr">
                        <a:buNone/>
                      </a:pPr>
                      <a:r>
                        <a:rPr lang="en-IN" sz="1600"/>
                        <a:t>O0227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8192872"/>
                  </a:ext>
                </a:extLst>
              </a:tr>
              <a:tr h="30413">
                <a:tc>
                  <a:txBody>
                    <a:bodyPr/>
                    <a:lstStyle/>
                    <a:p>
                      <a:pPr algn="ctr">
                        <a:buNone/>
                      </a:pPr>
                      <a:r>
                        <a:rPr lang="en-IN" sz="1600"/>
                        <a:t>O0228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2902742"/>
                  </a:ext>
                </a:extLst>
              </a:tr>
              <a:tr h="30413">
                <a:tc>
                  <a:txBody>
                    <a:bodyPr/>
                    <a:lstStyle/>
                    <a:p>
                      <a:pPr algn="ctr">
                        <a:buNone/>
                      </a:pPr>
                      <a:r>
                        <a:rPr lang="en-IN" sz="1600"/>
                        <a:t>O0229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586453"/>
                  </a:ext>
                </a:extLst>
              </a:tr>
              <a:tr h="30413">
                <a:tc>
                  <a:txBody>
                    <a:bodyPr/>
                    <a:lstStyle/>
                    <a:p>
                      <a:pPr algn="ctr">
                        <a:buNone/>
                      </a:pPr>
                      <a:r>
                        <a:rPr lang="en-IN" sz="1600"/>
                        <a:t>O0230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8923157"/>
                  </a:ext>
                </a:extLst>
              </a:tr>
              <a:tr h="30413">
                <a:tc>
                  <a:txBody>
                    <a:bodyPr/>
                    <a:lstStyle/>
                    <a:p>
                      <a:pPr algn="ctr">
                        <a:buNone/>
                      </a:pPr>
                      <a:r>
                        <a:rPr lang="en-IN" sz="1600"/>
                        <a:t>O0231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63821"/>
                  </a:ext>
                </a:extLst>
              </a:tr>
              <a:tr h="30413">
                <a:tc>
                  <a:txBody>
                    <a:bodyPr/>
                    <a:lstStyle/>
                    <a:p>
                      <a:pPr algn="ctr">
                        <a:buNone/>
                      </a:pPr>
                      <a:r>
                        <a:rPr lang="en-IN" sz="1600"/>
                        <a:t>O0232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8567803"/>
                  </a:ext>
                </a:extLst>
              </a:tr>
              <a:tr h="30413">
                <a:tc>
                  <a:txBody>
                    <a:bodyPr/>
                    <a:lstStyle/>
                    <a:p>
                      <a:pPr algn="ctr">
                        <a:buNone/>
                      </a:pPr>
                      <a:r>
                        <a:rPr lang="en-IN" sz="1600"/>
                        <a:t>O0233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7507749"/>
                  </a:ext>
                </a:extLst>
              </a:tr>
              <a:tr h="30413">
                <a:tc>
                  <a:txBody>
                    <a:bodyPr/>
                    <a:lstStyle/>
                    <a:p>
                      <a:pPr algn="ctr">
                        <a:buNone/>
                      </a:pPr>
                      <a:r>
                        <a:rPr lang="en-IN" sz="1600"/>
                        <a:t>O0234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2171060"/>
                  </a:ext>
                </a:extLst>
              </a:tr>
              <a:tr h="30413">
                <a:tc>
                  <a:txBody>
                    <a:bodyPr/>
                    <a:lstStyle/>
                    <a:p>
                      <a:pPr algn="ctr">
                        <a:buNone/>
                      </a:pPr>
                      <a:r>
                        <a:rPr lang="en-IN" sz="1600"/>
                        <a:t>O0235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4100194"/>
                  </a:ext>
                </a:extLst>
              </a:tr>
              <a:tr h="30413">
                <a:tc>
                  <a:txBody>
                    <a:bodyPr/>
                    <a:lstStyle/>
                    <a:p>
                      <a:pPr algn="ctr">
                        <a:buNone/>
                      </a:pPr>
                      <a:r>
                        <a:rPr lang="en-IN" sz="1600"/>
                        <a:t>O0236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8674023"/>
                  </a:ext>
                </a:extLst>
              </a:tr>
              <a:tr h="30413">
                <a:tc>
                  <a:txBody>
                    <a:bodyPr/>
                    <a:lstStyle/>
                    <a:p>
                      <a:pPr algn="ctr">
                        <a:buNone/>
                      </a:pPr>
                      <a:r>
                        <a:rPr lang="en-IN" sz="1600"/>
                        <a:t>O0237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6830441"/>
                  </a:ext>
                </a:extLst>
              </a:tr>
              <a:tr h="30413">
                <a:tc>
                  <a:txBody>
                    <a:bodyPr/>
                    <a:lstStyle/>
                    <a:p>
                      <a:pPr algn="ctr">
                        <a:buNone/>
                      </a:pPr>
                      <a:r>
                        <a:rPr lang="en-IN" sz="1600"/>
                        <a:t>O0238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4327702"/>
                  </a:ext>
                </a:extLst>
              </a:tr>
              <a:tr h="30413">
                <a:tc>
                  <a:txBody>
                    <a:bodyPr/>
                    <a:lstStyle/>
                    <a:p>
                      <a:pPr algn="ctr">
                        <a:buNone/>
                      </a:pPr>
                      <a:r>
                        <a:rPr lang="en-IN" sz="1600"/>
                        <a:t>O0239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233217"/>
                  </a:ext>
                </a:extLst>
              </a:tr>
              <a:tr h="30413">
                <a:tc>
                  <a:txBody>
                    <a:bodyPr/>
                    <a:lstStyle/>
                    <a:p>
                      <a:pPr algn="ctr">
                        <a:buNone/>
                      </a:pPr>
                      <a:r>
                        <a:rPr lang="en-IN" sz="1600"/>
                        <a:t>O0240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668595"/>
                  </a:ext>
                </a:extLst>
              </a:tr>
              <a:tr h="30413">
                <a:tc>
                  <a:txBody>
                    <a:bodyPr/>
                    <a:lstStyle/>
                    <a:p>
                      <a:pPr algn="ctr">
                        <a:buNone/>
                      </a:pPr>
                      <a:r>
                        <a:rPr lang="en-IN" sz="1600"/>
                        <a:t>O0241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670674"/>
                  </a:ext>
                </a:extLst>
              </a:tr>
              <a:tr h="30413">
                <a:tc>
                  <a:txBody>
                    <a:bodyPr/>
                    <a:lstStyle/>
                    <a:p>
                      <a:pPr algn="ctr">
                        <a:buNone/>
                      </a:pPr>
                      <a:r>
                        <a:rPr lang="en-IN" sz="1600"/>
                        <a:t>O0242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6572070"/>
                  </a:ext>
                </a:extLst>
              </a:tr>
              <a:tr h="30413">
                <a:tc>
                  <a:txBody>
                    <a:bodyPr/>
                    <a:lstStyle/>
                    <a:p>
                      <a:pPr algn="ctr">
                        <a:buNone/>
                      </a:pPr>
                      <a:r>
                        <a:rPr lang="en-IN" sz="1600"/>
                        <a:t>O0243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8615200"/>
                  </a:ext>
                </a:extLst>
              </a:tr>
              <a:tr h="30413">
                <a:tc>
                  <a:txBody>
                    <a:bodyPr/>
                    <a:lstStyle/>
                    <a:p>
                      <a:pPr algn="ctr">
                        <a:buNone/>
                      </a:pPr>
                      <a:r>
                        <a:rPr lang="en-IN" sz="1600"/>
                        <a:t>O0244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95477"/>
                  </a:ext>
                </a:extLst>
              </a:tr>
              <a:tr h="30413">
                <a:tc>
                  <a:txBody>
                    <a:bodyPr/>
                    <a:lstStyle/>
                    <a:p>
                      <a:pPr algn="ctr">
                        <a:buNone/>
                      </a:pPr>
                      <a:r>
                        <a:rPr lang="en-IN" sz="1600"/>
                        <a:t>O0245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398156"/>
                  </a:ext>
                </a:extLst>
              </a:tr>
              <a:tr h="30413">
                <a:tc>
                  <a:txBody>
                    <a:bodyPr/>
                    <a:lstStyle/>
                    <a:p>
                      <a:pPr algn="ctr">
                        <a:buNone/>
                      </a:pPr>
                      <a:r>
                        <a:rPr lang="en-IN" sz="1600"/>
                        <a:t>O0246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446402"/>
                  </a:ext>
                </a:extLst>
              </a:tr>
              <a:tr h="30413">
                <a:tc>
                  <a:txBody>
                    <a:bodyPr/>
                    <a:lstStyle/>
                    <a:p>
                      <a:pPr algn="ctr">
                        <a:buNone/>
                      </a:pPr>
                      <a:r>
                        <a:rPr lang="en-IN" sz="1600"/>
                        <a:t>O0247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3545217"/>
                  </a:ext>
                </a:extLst>
              </a:tr>
              <a:tr h="30413">
                <a:tc>
                  <a:txBody>
                    <a:bodyPr/>
                    <a:lstStyle/>
                    <a:p>
                      <a:pPr algn="ctr">
                        <a:buNone/>
                      </a:pPr>
                      <a:r>
                        <a:rPr lang="en-IN" sz="1600"/>
                        <a:t>O0248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574843"/>
                  </a:ext>
                </a:extLst>
              </a:tr>
              <a:tr h="30413">
                <a:tc>
                  <a:txBody>
                    <a:bodyPr/>
                    <a:lstStyle/>
                    <a:p>
                      <a:pPr algn="ctr">
                        <a:buNone/>
                      </a:pPr>
                      <a:r>
                        <a:rPr lang="en-IN" sz="1600"/>
                        <a:t>O0249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874440"/>
                  </a:ext>
                </a:extLst>
              </a:tr>
              <a:tr h="30413">
                <a:tc>
                  <a:txBody>
                    <a:bodyPr/>
                    <a:lstStyle/>
                    <a:p>
                      <a:pPr algn="ctr">
                        <a:buNone/>
                      </a:pPr>
                      <a:r>
                        <a:rPr lang="en-IN" sz="1600"/>
                        <a:t>O0250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8720910"/>
                  </a:ext>
                </a:extLst>
              </a:tr>
              <a:tr h="30413">
                <a:tc>
                  <a:txBody>
                    <a:bodyPr/>
                    <a:lstStyle/>
                    <a:p>
                      <a:pPr algn="ctr">
                        <a:buNone/>
                      </a:pPr>
                      <a:r>
                        <a:rPr lang="en-IN" sz="1600"/>
                        <a:t>O0251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655688"/>
                  </a:ext>
                </a:extLst>
              </a:tr>
              <a:tr h="30413">
                <a:tc>
                  <a:txBody>
                    <a:bodyPr/>
                    <a:lstStyle/>
                    <a:p>
                      <a:pPr algn="ctr">
                        <a:buNone/>
                      </a:pPr>
                      <a:r>
                        <a:rPr lang="en-IN" sz="1600"/>
                        <a:t>O0252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0402413"/>
                  </a:ext>
                </a:extLst>
              </a:tr>
              <a:tr h="30413">
                <a:tc>
                  <a:txBody>
                    <a:bodyPr/>
                    <a:lstStyle/>
                    <a:p>
                      <a:pPr algn="ctr">
                        <a:buNone/>
                      </a:pPr>
                      <a:r>
                        <a:rPr lang="en-IN" sz="1600"/>
                        <a:t>O0253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944567"/>
                  </a:ext>
                </a:extLst>
              </a:tr>
              <a:tr h="30413">
                <a:tc>
                  <a:txBody>
                    <a:bodyPr/>
                    <a:lstStyle/>
                    <a:p>
                      <a:pPr algn="ctr">
                        <a:buNone/>
                      </a:pPr>
                      <a:r>
                        <a:rPr lang="en-IN" sz="1600"/>
                        <a:t>O0254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0570438"/>
                  </a:ext>
                </a:extLst>
              </a:tr>
              <a:tr h="30413">
                <a:tc>
                  <a:txBody>
                    <a:bodyPr/>
                    <a:lstStyle/>
                    <a:p>
                      <a:pPr algn="ctr">
                        <a:buNone/>
                      </a:pPr>
                      <a:r>
                        <a:rPr lang="en-IN" sz="1600"/>
                        <a:t>O0255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254362"/>
                  </a:ext>
                </a:extLst>
              </a:tr>
              <a:tr h="30413">
                <a:tc>
                  <a:txBody>
                    <a:bodyPr/>
                    <a:lstStyle/>
                    <a:p>
                      <a:pPr algn="ctr">
                        <a:buNone/>
                      </a:pPr>
                      <a:r>
                        <a:rPr lang="en-IN" sz="1600"/>
                        <a:t>O0256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9505191"/>
                  </a:ext>
                </a:extLst>
              </a:tr>
              <a:tr h="30413">
                <a:tc>
                  <a:txBody>
                    <a:bodyPr/>
                    <a:lstStyle/>
                    <a:p>
                      <a:pPr algn="ctr">
                        <a:buNone/>
                      </a:pPr>
                      <a:r>
                        <a:rPr lang="en-IN" sz="1600"/>
                        <a:t>O0257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1221489"/>
                  </a:ext>
                </a:extLst>
              </a:tr>
              <a:tr h="30413">
                <a:tc>
                  <a:txBody>
                    <a:bodyPr/>
                    <a:lstStyle/>
                    <a:p>
                      <a:pPr algn="ctr">
                        <a:buNone/>
                      </a:pPr>
                      <a:r>
                        <a:rPr lang="en-IN" sz="1600"/>
                        <a:t>O0258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9568495"/>
                  </a:ext>
                </a:extLst>
              </a:tr>
              <a:tr h="30413">
                <a:tc>
                  <a:txBody>
                    <a:bodyPr/>
                    <a:lstStyle/>
                    <a:p>
                      <a:pPr algn="ctr">
                        <a:buNone/>
                      </a:pPr>
                      <a:r>
                        <a:rPr lang="en-IN" sz="1600"/>
                        <a:t>O0259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198712"/>
                  </a:ext>
                </a:extLst>
              </a:tr>
              <a:tr h="30413">
                <a:tc>
                  <a:txBody>
                    <a:bodyPr/>
                    <a:lstStyle/>
                    <a:p>
                      <a:pPr algn="ctr">
                        <a:buNone/>
                      </a:pPr>
                      <a:r>
                        <a:rPr lang="en-IN" sz="1600"/>
                        <a:t>O0260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7062057"/>
                  </a:ext>
                </a:extLst>
              </a:tr>
              <a:tr h="30413">
                <a:tc>
                  <a:txBody>
                    <a:bodyPr/>
                    <a:lstStyle/>
                    <a:p>
                      <a:pPr algn="ctr">
                        <a:buNone/>
                      </a:pPr>
                      <a:r>
                        <a:rPr lang="en-IN" sz="1600"/>
                        <a:t>O0261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5014720"/>
                  </a:ext>
                </a:extLst>
              </a:tr>
              <a:tr h="30413">
                <a:tc>
                  <a:txBody>
                    <a:bodyPr/>
                    <a:lstStyle/>
                    <a:p>
                      <a:pPr algn="ctr">
                        <a:buNone/>
                      </a:pPr>
                      <a:r>
                        <a:rPr lang="en-IN" sz="1600"/>
                        <a:t>O0262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416220"/>
                  </a:ext>
                </a:extLst>
              </a:tr>
              <a:tr h="30413">
                <a:tc>
                  <a:txBody>
                    <a:bodyPr/>
                    <a:lstStyle/>
                    <a:p>
                      <a:pPr algn="ctr">
                        <a:buNone/>
                      </a:pPr>
                      <a:r>
                        <a:rPr lang="en-IN" sz="1600"/>
                        <a:t>O0263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9036401"/>
                  </a:ext>
                </a:extLst>
              </a:tr>
              <a:tr h="30413">
                <a:tc>
                  <a:txBody>
                    <a:bodyPr/>
                    <a:lstStyle/>
                    <a:p>
                      <a:pPr algn="ctr">
                        <a:buNone/>
                      </a:pPr>
                      <a:r>
                        <a:rPr lang="en-IN" sz="1600"/>
                        <a:t>O0264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0415794"/>
                  </a:ext>
                </a:extLst>
              </a:tr>
              <a:tr h="30413">
                <a:tc>
                  <a:txBody>
                    <a:bodyPr/>
                    <a:lstStyle/>
                    <a:p>
                      <a:pPr algn="ctr">
                        <a:buNone/>
                      </a:pPr>
                      <a:r>
                        <a:rPr lang="en-IN" sz="1600"/>
                        <a:t>O0265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152854"/>
                  </a:ext>
                </a:extLst>
              </a:tr>
              <a:tr h="30413">
                <a:tc>
                  <a:txBody>
                    <a:bodyPr/>
                    <a:lstStyle/>
                    <a:p>
                      <a:pPr algn="ctr">
                        <a:buNone/>
                      </a:pPr>
                      <a:r>
                        <a:rPr lang="en-IN" sz="1600"/>
                        <a:t>O0266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756723"/>
                  </a:ext>
                </a:extLst>
              </a:tr>
              <a:tr h="30413">
                <a:tc>
                  <a:txBody>
                    <a:bodyPr/>
                    <a:lstStyle/>
                    <a:p>
                      <a:pPr algn="ctr">
                        <a:buNone/>
                      </a:pPr>
                      <a:r>
                        <a:rPr lang="en-IN" sz="1600"/>
                        <a:t>O0267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0027713"/>
                  </a:ext>
                </a:extLst>
              </a:tr>
              <a:tr h="30413">
                <a:tc>
                  <a:txBody>
                    <a:bodyPr/>
                    <a:lstStyle/>
                    <a:p>
                      <a:pPr algn="ctr">
                        <a:buNone/>
                      </a:pPr>
                      <a:r>
                        <a:rPr lang="en-IN" sz="1600"/>
                        <a:t>O0268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5807296"/>
                  </a:ext>
                </a:extLst>
              </a:tr>
              <a:tr h="30413">
                <a:tc>
                  <a:txBody>
                    <a:bodyPr/>
                    <a:lstStyle/>
                    <a:p>
                      <a:pPr algn="ctr">
                        <a:buNone/>
                      </a:pPr>
                      <a:r>
                        <a:rPr lang="en-IN" sz="1600"/>
                        <a:t>O0269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2637488"/>
                  </a:ext>
                </a:extLst>
              </a:tr>
              <a:tr h="30413">
                <a:tc>
                  <a:txBody>
                    <a:bodyPr/>
                    <a:lstStyle/>
                    <a:p>
                      <a:pPr algn="ctr">
                        <a:buNone/>
                      </a:pPr>
                      <a:r>
                        <a:rPr lang="en-IN" sz="1600"/>
                        <a:t>O0270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860452"/>
                  </a:ext>
                </a:extLst>
              </a:tr>
              <a:tr h="30413">
                <a:tc>
                  <a:txBody>
                    <a:bodyPr/>
                    <a:lstStyle/>
                    <a:p>
                      <a:pPr algn="ctr">
                        <a:buNone/>
                      </a:pPr>
                      <a:r>
                        <a:rPr lang="en-IN" sz="1600"/>
                        <a:t>O0271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51136"/>
                  </a:ext>
                </a:extLst>
              </a:tr>
              <a:tr h="30413">
                <a:tc>
                  <a:txBody>
                    <a:bodyPr/>
                    <a:lstStyle/>
                    <a:p>
                      <a:pPr algn="ctr">
                        <a:buNone/>
                      </a:pPr>
                      <a:r>
                        <a:rPr lang="en-IN" sz="1600"/>
                        <a:t>O0272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514183"/>
                  </a:ext>
                </a:extLst>
              </a:tr>
              <a:tr h="30413">
                <a:tc>
                  <a:txBody>
                    <a:bodyPr/>
                    <a:lstStyle/>
                    <a:p>
                      <a:pPr algn="ctr">
                        <a:buNone/>
                      </a:pPr>
                      <a:r>
                        <a:rPr lang="en-IN" sz="1600"/>
                        <a:t>O0273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2999812"/>
                  </a:ext>
                </a:extLst>
              </a:tr>
              <a:tr h="30413">
                <a:tc>
                  <a:txBody>
                    <a:bodyPr/>
                    <a:lstStyle/>
                    <a:p>
                      <a:pPr algn="ctr">
                        <a:buNone/>
                      </a:pPr>
                      <a:r>
                        <a:rPr lang="en-IN" sz="1600"/>
                        <a:t>O0274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001890"/>
                  </a:ext>
                </a:extLst>
              </a:tr>
              <a:tr h="30413">
                <a:tc>
                  <a:txBody>
                    <a:bodyPr/>
                    <a:lstStyle/>
                    <a:p>
                      <a:pPr algn="ctr">
                        <a:buNone/>
                      </a:pPr>
                      <a:r>
                        <a:rPr lang="en-IN" sz="1600"/>
                        <a:t>O0275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1706439"/>
                  </a:ext>
                </a:extLst>
              </a:tr>
              <a:tr h="30413">
                <a:tc>
                  <a:txBody>
                    <a:bodyPr/>
                    <a:lstStyle/>
                    <a:p>
                      <a:pPr algn="ctr">
                        <a:buNone/>
                      </a:pPr>
                      <a:r>
                        <a:rPr lang="en-IN" sz="1600"/>
                        <a:t>O0276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061435"/>
                  </a:ext>
                </a:extLst>
              </a:tr>
              <a:tr h="30413">
                <a:tc>
                  <a:txBody>
                    <a:bodyPr/>
                    <a:lstStyle/>
                    <a:p>
                      <a:pPr algn="ctr">
                        <a:buNone/>
                      </a:pPr>
                      <a:r>
                        <a:rPr lang="en-IN" sz="1600"/>
                        <a:t>O0277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7583845"/>
                  </a:ext>
                </a:extLst>
              </a:tr>
              <a:tr h="30413">
                <a:tc>
                  <a:txBody>
                    <a:bodyPr/>
                    <a:lstStyle/>
                    <a:p>
                      <a:pPr algn="ctr">
                        <a:buNone/>
                      </a:pPr>
                      <a:r>
                        <a:rPr lang="en-IN" sz="1600"/>
                        <a:t>O0278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3358269"/>
                  </a:ext>
                </a:extLst>
              </a:tr>
              <a:tr h="30413">
                <a:tc>
                  <a:txBody>
                    <a:bodyPr/>
                    <a:lstStyle/>
                    <a:p>
                      <a:pPr algn="ctr">
                        <a:buNone/>
                      </a:pPr>
                      <a:r>
                        <a:rPr lang="en-IN" sz="1600"/>
                        <a:t>O0279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4437605"/>
                  </a:ext>
                </a:extLst>
              </a:tr>
              <a:tr h="30413">
                <a:tc>
                  <a:txBody>
                    <a:bodyPr/>
                    <a:lstStyle/>
                    <a:p>
                      <a:pPr algn="ctr">
                        <a:buNone/>
                      </a:pPr>
                      <a:r>
                        <a:rPr lang="en-IN" sz="1600"/>
                        <a:t>O0280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8825294"/>
                  </a:ext>
                </a:extLst>
              </a:tr>
              <a:tr h="30413">
                <a:tc>
                  <a:txBody>
                    <a:bodyPr/>
                    <a:lstStyle/>
                    <a:p>
                      <a:pPr algn="ctr">
                        <a:buNone/>
                      </a:pPr>
                      <a:r>
                        <a:rPr lang="en-IN" sz="1600"/>
                        <a:t>O0281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148287"/>
                  </a:ext>
                </a:extLst>
              </a:tr>
              <a:tr h="30413">
                <a:tc>
                  <a:txBody>
                    <a:bodyPr/>
                    <a:lstStyle/>
                    <a:p>
                      <a:pPr algn="ctr">
                        <a:buNone/>
                      </a:pPr>
                      <a:r>
                        <a:rPr lang="en-IN" sz="1600"/>
                        <a:t>O0282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259141"/>
                  </a:ext>
                </a:extLst>
              </a:tr>
              <a:tr h="30413">
                <a:tc>
                  <a:txBody>
                    <a:bodyPr/>
                    <a:lstStyle/>
                    <a:p>
                      <a:pPr algn="ctr">
                        <a:buNone/>
                      </a:pPr>
                      <a:r>
                        <a:rPr lang="en-IN" sz="1600"/>
                        <a:t>O0283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0021047"/>
                  </a:ext>
                </a:extLst>
              </a:tr>
              <a:tr h="30413">
                <a:tc>
                  <a:txBody>
                    <a:bodyPr/>
                    <a:lstStyle/>
                    <a:p>
                      <a:pPr algn="ctr">
                        <a:buNone/>
                      </a:pPr>
                      <a:r>
                        <a:rPr lang="en-IN" sz="1600"/>
                        <a:t>O0284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212510"/>
                  </a:ext>
                </a:extLst>
              </a:tr>
              <a:tr h="30413">
                <a:tc>
                  <a:txBody>
                    <a:bodyPr/>
                    <a:lstStyle/>
                    <a:p>
                      <a:pPr algn="ctr">
                        <a:buNone/>
                      </a:pPr>
                      <a:r>
                        <a:rPr lang="en-IN" sz="1600"/>
                        <a:t>O0285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0768439"/>
                  </a:ext>
                </a:extLst>
              </a:tr>
              <a:tr h="30413">
                <a:tc>
                  <a:txBody>
                    <a:bodyPr/>
                    <a:lstStyle/>
                    <a:p>
                      <a:pPr algn="ctr">
                        <a:buNone/>
                      </a:pPr>
                      <a:r>
                        <a:rPr lang="en-IN" sz="1600"/>
                        <a:t>O0286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6231386"/>
                  </a:ext>
                </a:extLst>
              </a:tr>
              <a:tr h="30413">
                <a:tc>
                  <a:txBody>
                    <a:bodyPr/>
                    <a:lstStyle/>
                    <a:p>
                      <a:pPr algn="ctr">
                        <a:buNone/>
                      </a:pPr>
                      <a:r>
                        <a:rPr lang="en-IN" sz="1600"/>
                        <a:t>O0287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7289736"/>
                  </a:ext>
                </a:extLst>
              </a:tr>
              <a:tr h="30413">
                <a:tc>
                  <a:txBody>
                    <a:bodyPr/>
                    <a:lstStyle/>
                    <a:p>
                      <a:pPr algn="ctr">
                        <a:buNone/>
                      </a:pPr>
                      <a:r>
                        <a:rPr lang="en-IN" sz="1600"/>
                        <a:t>O0288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2025-07-04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1451837"/>
                  </a:ext>
                </a:extLst>
              </a:tr>
              <a:tr h="30413">
                <a:tc>
                  <a:txBody>
                    <a:bodyPr/>
                    <a:lstStyle/>
                    <a:p>
                      <a:pPr algn="ctr">
                        <a:buNone/>
                      </a:pPr>
                      <a:r>
                        <a:rPr lang="en-IN" sz="1600"/>
                        <a:t>O0289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024606"/>
                  </a:ext>
                </a:extLst>
              </a:tr>
              <a:tr h="30413">
                <a:tc>
                  <a:txBody>
                    <a:bodyPr/>
                    <a:lstStyle/>
                    <a:p>
                      <a:pPr algn="ctr">
                        <a:buNone/>
                      </a:pPr>
                      <a:r>
                        <a:rPr lang="en-IN" sz="1600"/>
                        <a:t>O0290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648901"/>
                  </a:ext>
                </a:extLst>
              </a:tr>
              <a:tr h="30413">
                <a:tc>
                  <a:txBody>
                    <a:bodyPr/>
                    <a:lstStyle/>
                    <a:p>
                      <a:pPr algn="ctr">
                        <a:buNone/>
                      </a:pPr>
                      <a:r>
                        <a:rPr lang="en-IN" sz="1600"/>
                        <a:t>O0291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2025-06-08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6563286"/>
                  </a:ext>
                </a:extLst>
              </a:tr>
              <a:tr h="30413">
                <a:tc>
                  <a:txBody>
                    <a:bodyPr/>
                    <a:lstStyle/>
                    <a:p>
                      <a:pPr algn="ctr">
                        <a:buNone/>
                      </a:pPr>
                      <a:r>
                        <a:rPr lang="en-IN" sz="1600"/>
                        <a:t>O0292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5723449"/>
                  </a:ext>
                </a:extLst>
              </a:tr>
              <a:tr h="30413">
                <a:tc>
                  <a:txBody>
                    <a:bodyPr/>
                    <a:lstStyle/>
                    <a:p>
                      <a:pPr algn="ctr">
                        <a:buNone/>
                      </a:pPr>
                      <a:r>
                        <a:rPr lang="en-IN" sz="1600"/>
                        <a:t>O0293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2025-06-25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8797929"/>
                  </a:ext>
                </a:extLst>
              </a:tr>
              <a:tr h="30413">
                <a:tc>
                  <a:txBody>
                    <a:bodyPr/>
                    <a:lstStyle/>
                    <a:p>
                      <a:pPr algn="ctr">
                        <a:buNone/>
                      </a:pPr>
                      <a:r>
                        <a:rPr lang="en-IN" sz="1600"/>
                        <a:t>O0294</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2025-07-10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968354"/>
                  </a:ext>
                </a:extLst>
              </a:tr>
              <a:tr h="30413">
                <a:tc>
                  <a:txBody>
                    <a:bodyPr/>
                    <a:lstStyle/>
                    <a:p>
                      <a:pPr algn="ctr">
                        <a:buNone/>
                      </a:pPr>
                      <a:r>
                        <a:rPr lang="en-IN" sz="1600"/>
                        <a:t>O0295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2025-05-23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88116"/>
                  </a:ext>
                </a:extLst>
              </a:tr>
              <a:tr h="30413">
                <a:tc>
                  <a:txBody>
                    <a:bodyPr/>
                    <a:lstStyle/>
                    <a:p>
                      <a:pPr algn="ctr">
                        <a:buNone/>
                      </a:pPr>
                      <a:r>
                        <a:rPr lang="en-IN" sz="1600"/>
                        <a:t>O0296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392344"/>
                  </a:ext>
                </a:extLst>
              </a:tr>
              <a:tr h="30413">
                <a:tc>
                  <a:txBody>
                    <a:bodyPr/>
                    <a:lstStyle/>
                    <a:p>
                      <a:pPr algn="ctr">
                        <a:buNone/>
                      </a:pPr>
                      <a:r>
                        <a:rPr lang="en-IN" sz="1600"/>
                        <a:t>O0297</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2025-06-16</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4255169"/>
                  </a:ext>
                </a:extLst>
              </a:tr>
              <a:tr h="30413">
                <a:tc>
                  <a:txBody>
                    <a:bodyPr/>
                    <a:lstStyle/>
                    <a:p>
                      <a:pPr algn="ctr">
                        <a:buNone/>
                      </a:pPr>
                      <a:r>
                        <a:rPr lang="en-IN" sz="1600"/>
                        <a:t>O0298</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3</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2025-07-22</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6278244"/>
                  </a:ext>
                </a:extLst>
              </a:tr>
              <a:tr h="30413">
                <a:tc>
                  <a:txBody>
                    <a:bodyPr/>
                    <a:lstStyle/>
                    <a:p>
                      <a:pPr algn="ctr">
                        <a:buNone/>
                      </a:pPr>
                      <a:r>
                        <a:rPr lang="en-IN" sz="1600"/>
                        <a:t>O0299</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2025-05-31</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1108149"/>
                  </a:ext>
                </a:extLst>
              </a:tr>
              <a:tr h="30413">
                <a:tc>
                  <a:txBody>
                    <a:bodyPr/>
                    <a:lstStyle/>
                    <a:p>
                      <a:pPr algn="ctr">
                        <a:buNone/>
                      </a:pPr>
                      <a:r>
                        <a:rPr lang="en-IN" sz="1600"/>
                        <a:t>O0300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a:t>Checkpoint 5</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t>2025-05-30</a:t>
                      </a:r>
                    </a:p>
                  </a:txBody>
                  <a:tcPr marL="3626" marR="3626" marT="1813" marB="18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9223003"/>
                  </a:ext>
                </a:extLst>
              </a:tr>
            </a:tbl>
          </a:graphicData>
        </a:graphic>
      </p:graphicFrame>
    </p:spTree>
    <p:extLst>
      <p:ext uri="{BB962C8B-B14F-4D97-AF65-F5344CB8AC3E}">
        <p14:creationId xmlns:p14="http://schemas.microsoft.com/office/powerpoint/2010/main" val="408621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304101-7D7E-281D-2CCE-518435098AE0}"/>
              </a:ext>
            </a:extLst>
          </p:cNvPr>
          <p:cNvSpPr>
            <a:spLocks noGrp="1"/>
          </p:cNvSpPr>
          <p:nvPr>
            <p:ph idx="1"/>
          </p:nvPr>
        </p:nvSpPr>
        <p:spPr>
          <a:xfrm>
            <a:off x="0" y="93518"/>
            <a:ext cx="12192000" cy="6764482"/>
          </a:xfrm>
        </p:spPr>
        <p:txBody>
          <a:bodyPr>
            <a:normAutofit/>
          </a:bodyPr>
          <a:lstStyle/>
          <a:p>
            <a:r>
              <a:rPr lang="en-US" sz="1800" b="1" u="sng" dirty="0"/>
              <a:t>The most common delay reasons (excluding None).</a:t>
            </a:r>
          </a:p>
          <a:p>
            <a:pPr marL="0" indent="0">
              <a:buNone/>
            </a:pPr>
            <a:r>
              <a:rPr lang="en-US" sz="1800" dirty="0"/>
              <a:t>SELECT </a:t>
            </a:r>
            <a:r>
              <a:rPr lang="en-US" sz="1800" dirty="0" err="1"/>
              <a:t>Delay_Reason</a:t>
            </a:r>
            <a:r>
              <a:rPr lang="en-US" sz="1800" dirty="0"/>
              <a:t>, Count(*) AS </a:t>
            </a:r>
            <a:r>
              <a:rPr lang="en-US" sz="1800" dirty="0" err="1"/>
              <a:t>Number_Of_Delays</a:t>
            </a:r>
            <a:endParaRPr lang="en-US" sz="1800" dirty="0"/>
          </a:p>
          <a:p>
            <a:pPr marL="0" indent="0">
              <a:buNone/>
            </a:pPr>
            <a:r>
              <a:rPr lang="en-US" sz="1800" dirty="0"/>
              <a:t>FROM </a:t>
            </a:r>
            <a:r>
              <a:rPr lang="en-US" sz="1800" dirty="0" err="1"/>
              <a:t>shipment_tracking</a:t>
            </a:r>
            <a:endParaRPr lang="en-US" sz="1800" dirty="0"/>
          </a:p>
          <a:p>
            <a:pPr marL="0" indent="0">
              <a:buNone/>
            </a:pPr>
            <a:r>
              <a:rPr lang="en-US" sz="1800" dirty="0"/>
              <a:t>WHERE </a:t>
            </a:r>
            <a:r>
              <a:rPr lang="en-US" sz="1800" dirty="0" err="1"/>
              <a:t>Delay_Reason</a:t>
            </a:r>
            <a:r>
              <a:rPr lang="en-US" sz="1800" dirty="0"/>
              <a:t> IS NOT NULL AND </a:t>
            </a:r>
            <a:r>
              <a:rPr lang="en-US" sz="1800" dirty="0" err="1"/>
              <a:t>Delay_Reason</a:t>
            </a:r>
            <a:r>
              <a:rPr lang="en-US" sz="1800" dirty="0"/>
              <a:t> &lt;&gt; 'None’</a:t>
            </a:r>
          </a:p>
          <a:p>
            <a:pPr marL="0" indent="0">
              <a:buNone/>
            </a:pPr>
            <a:r>
              <a:rPr lang="en-US" sz="1800" dirty="0"/>
              <a:t>GROUP BY </a:t>
            </a:r>
            <a:r>
              <a:rPr lang="en-US" sz="1800" dirty="0" err="1"/>
              <a:t>Delay_Reason</a:t>
            </a:r>
            <a:endParaRPr lang="en-US" sz="1800" dirty="0"/>
          </a:p>
          <a:p>
            <a:pPr marL="0" indent="0">
              <a:buNone/>
            </a:pPr>
            <a:r>
              <a:rPr lang="en-US" sz="1800" dirty="0"/>
              <a:t>ORDER BY </a:t>
            </a:r>
            <a:r>
              <a:rPr lang="en-US" sz="1800" dirty="0" err="1"/>
              <a:t>Number_Of_Delays</a:t>
            </a:r>
            <a:r>
              <a:rPr lang="en-US" sz="1800" dirty="0"/>
              <a:t> DESC;</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D0B2B0D6-7A61-1949-C274-D4A9F315D80C}"/>
              </a:ext>
            </a:extLst>
          </p:cNvPr>
          <p:cNvGraphicFramePr>
            <a:graphicFrameLocks noGrp="1"/>
          </p:cNvGraphicFramePr>
          <p:nvPr>
            <p:extLst>
              <p:ext uri="{D42A27DB-BD31-4B8C-83A1-F6EECF244321}">
                <p14:modId xmlns:p14="http://schemas.microsoft.com/office/powerpoint/2010/main" val="3914861391"/>
              </p:ext>
            </p:extLst>
          </p:nvPr>
        </p:nvGraphicFramePr>
        <p:xfrm>
          <a:off x="488373" y="3452654"/>
          <a:ext cx="10865428" cy="2351444"/>
        </p:xfrm>
        <a:graphic>
          <a:graphicData uri="http://schemas.openxmlformats.org/drawingml/2006/table">
            <a:tbl>
              <a:tblPr firstRow="1">
                <a:tableStyleId>{18603FDC-E32A-4AB5-989C-0864C3EAD2B8}</a:tableStyleId>
              </a:tblPr>
              <a:tblGrid>
                <a:gridCol w="5432714">
                  <a:extLst>
                    <a:ext uri="{9D8B030D-6E8A-4147-A177-3AD203B41FA5}">
                      <a16:colId xmlns:a16="http://schemas.microsoft.com/office/drawing/2014/main" val="2168323278"/>
                    </a:ext>
                  </a:extLst>
                </a:gridCol>
                <a:gridCol w="5432714">
                  <a:extLst>
                    <a:ext uri="{9D8B030D-6E8A-4147-A177-3AD203B41FA5}">
                      <a16:colId xmlns:a16="http://schemas.microsoft.com/office/drawing/2014/main" val="360331954"/>
                    </a:ext>
                  </a:extLst>
                </a:gridCol>
              </a:tblGrid>
              <a:tr h="587861">
                <a:tc>
                  <a:txBody>
                    <a:bodyPr/>
                    <a:lstStyle/>
                    <a:p>
                      <a:pPr algn="ctr">
                        <a:buNone/>
                      </a:pPr>
                      <a:r>
                        <a:rPr lang="en-US" dirty="0" err="1"/>
                        <a:t>Delay_Reason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dirty="0" err="1"/>
                        <a:t>Number_Of_Delays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919141077"/>
                  </a:ext>
                </a:extLst>
              </a:tr>
              <a:tr h="587861">
                <a:tc>
                  <a:txBody>
                    <a:bodyPr/>
                    <a:lstStyle/>
                    <a:p>
                      <a:pPr algn="ctr">
                        <a:buNone/>
                      </a:pPr>
                      <a:r>
                        <a:rPr lang="en-IN"/>
                        <a:t>Sorting Delay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0034735"/>
                  </a:ext>
                </a:extLst>
              </a:tr>
              <a:tr h="587861">
                <a:tc>
                  <a:txBody>
                    <a:bodyPr/>
                    <a:lstStyle/>
                    <a:p>
                      <a:pPr algn="ctr">
                        <a:buNone/>
                      </a:pPr>
                      <a:r>
                        <a:rPr lang="en-IN"/>
                        <a:t>Weather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a:t>263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9669366"/>
                  </a:ext>
                </a:extLst>
              </a:tr>
              <a:tr h="587861">
                <a:tc>
                  <a:txBody>
                    <a:bodyPr/>
                    <a:lstStyle/>
                    <a:p>
                      <a:pPr algn="ctr">
                        <a:buNone/>
                      </a:pPr>
                      <a:r>
                        <a:rPr lang="en-IN"/>
                        <a:t>Traffic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dirty="0"/>
                        <a:t>247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552469"/>
                  </a:ext>
                </a:extLst>
              </a:tr>
            </a:tbl>
          </a:graphicData>
        </a:graphic>
      </p:graphicFrame>
    </p:spTree>
    <p:extLst>
      <p:ext uri="{BB962C8B-B14F-4D97-AF65-F5344CB8AC3E}">
        <p14:creationId xmlns:p14="http://schemas.microsoft.com/office/powerpoint/2010/main" val="29582571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F21A3C-D7CC-BBD3-0E41-26E4B49A37CC}"/>
              </a:ext>
            </a:extLst>
          </p:cNvPr>
          <p:cNvSpPr>
            <a:spLocks noGrp="1"/>
          </p:cNvSpPr>
          <p:nvPr>
            <p:ph idx="1"/>
          </p:nvPr>
        </p:nvSpPr>
        <p:spPr>
          <a:xfrm>
            <a:off x="0" y="197427"/>
            <a:ext cx="12192000" cy="6764482"/>
          </a:xfrm>
        </p:spPr>
        <p:txBody>
          <a:bodyPr>
            <a:normAutofit/>
          </a:bodyPr>
          <a:lstStyle/>
          <a:p>
            <a:r>
              <a:rPr lang="en-US" sz="1800" b="1" u="sng" dirty="0"/>
              <a:t>Orders with &gt;2 delayed checkpoints</a:t>
            </a:r>
          </a:p>
          <a:p>
            <a:pPr marL="0" indent="0">
              <a:buNone/>
            </a:pPr>
            <a:r>
              <a:rPr lang="en-US" sz="1800" dirty="0"/>
              <a:t>SELECT </a:t>
            </a:r>
            <a:r>
              <a:rPr lang="en-US" sz="1800" dirty="0" err="1"/>
              <a:t>Order_ID</a:t>
            </a:r>
            <a:r>
              <a:rPr lang="en-US" sz="1800" dirty="0"/>
              <a:t>, COUNT(*) AS </a:t>
            </a:r>
            <a:r>
              <a:rPr lang="en-US" sz="1800" dirty="0" err="1"/>
              <a:t>Number_Of_Delayed_Checkpoints</a:t>
            </a:r>
            <a:endParaRPr lang="en-US" sz="1800" dirty="0"/>
          </a:p>
          <a:p>
            <a:pPr marL="0" indent="0">
              <a:buNone/>
            </a:pPr>
            <a:r>
              <a:rPr lang="en-US" sz="1800" dirty="0"/>
              <a:t>FROM </a:t>
            </a:r>
            <a:r>
              <a:rPr lang="en-US" sz="1800" dirty="0" err="1"/>
              <a:t>shipment_tracking</a:t>
            </a:r>
            <a:endParaRPr lang="en-US" sz="1800" dirty="0"/>
          </a:p>
          <a:p>
            <a:pPr marL="0" indent="0">
              <a:buNone/>
            </a:pPr>
            <a:r>
              <a:rPr lang="en-US" sz="1800" dirty="0"/>
              <a:t>WHERE </a:t>
            </a:r>
            <a:r>
              <a:rPr lang="en-US" sz="1800" dirty="0" err="1"/>
              <a:t>Delay_Reason</a:t>
            </a:r>
            <a:r>
              <a:rPr lang="en-US" sz="1800" dirty="0"/>
              <a:t> IS NOT NULL AND </a:t>
            </a:r>
            <a:r>
              <a:rPr lang="en-US" sz="1800" dirty="0" err="1"/>
              <a:t>Delay_Reason</a:t>
            </a:r>
            <a:r>
              <a:rPr lang="en-US" sz="1800" dirty="0"/>
              <a:t> &lt;&gt; 'None’</a:t>
            </a:r>
          </a:p>
          <a:p>
            <a:pPr marL="0" indent="0">
              <a:buNone/>
            </a:pPr>
            <a:r>
              <a:rPr lang="en-US" sz="1800" dirty="0"/>
              <a:t>GROUP BY </a:t>
            </a:r>
            <a:r>
              <a:rPr lang="en-US" sz="1800" dirty="0" err="1"/>
              <a:t>Order_ID</a:t>
            </a:r>
            <a:endParaRPr lang="en-US" sz="1800" dirty="0"/>
          </a:p>
          <a:p>
            <a:pPr marL="0" indent="0">
              <a:buNone/>
            </a:pPr>
            <a:r>
              <a:rPr lang="en-US" sz="1800" dirty="0"/>
              <a:t>HAVING COUNT(*) &gt; 2</a:t>
            </a:r>
          </a:p>
          <a:p>
            <a:pPr marL="0" indent="0">
              <a:buNone/>
            </a:pPr>
            <a:r>
              <a:rPr lang="en-US" sz="1800" dirty="0"/>
              <a:t>ORDER BY </a:t>
            </a:r>
            <a:r>
              <a:rPr lang="en-US" sz="1800" dirty="0" err="1"/>
              <a:t>Number_Of_Delayed_Checkpoints</a:t>
            </a:r>
            <a:r>
              <a:rPr lang="en-US" sz="1800" dirty="0"/>
              <a:t> DESC;</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436CC62B-97DD-AAA0-DCDB-C4FF42205D2A}"/>
              </a:ext>
            </a:extLst>
          </p:cNvPr>
          <p:cNvGraphicFramePr>
            <a:graphicFrameLocks noGrp="1"/>
          </p:cNvGraphicFramePr>
          <p:nvPr>
            <p:extLst>
              <p:ext uri="{D42A27DB-BD31-4B8C-83A1-F6EECF244321}">
                <p14:modId xmlns:p14="http://schemas.microsoft.com/office/powerpoint/2010/main" val="3566777734"/>
              </p:ext>
            </p:extLst>
          </p:nvPr>
        </p:nvGraphicFramePr>
        <p:xfrm>
          <a:off x="1932709" y="3626426"/>
          <a:ext cx="7502236" cy="42791648"/>
        </p:xfrm>
        <a:graphic>
          <a:graphicData uri="http://schemas.openxmlformats.org/drawingml/2006/table">
            <a:tbl>
              <a:tblPr firstRow="1">
                <a:tableStyleId>{69C7853C-536D-4A76-A0AE-DD22124D55A5}</a:tableStyleId>
              </a:tblPr>
              <a:tblGrid>
                <a:gridCol w="3751118">
                  <a:extLst>
                    <a:ext uri="{9D8B030D-6E8A-4147-A177-3AD203B41FA5}">
                      <a16:colId xmlns:a16="http://schemas.microsoft.com/office/drawing/2014/main" val="4174097689"/>
                    </a:ext>
                  </a:extLst>
                </a:gridCol>
                <a:gridCol w="3751118">
                  <a:extLst>
                    <a:ext uri="{9D8B030D-6E8A-4147-A177-3AD203B41FA5}">
                      <a16:colId xmlns:a16="http://schemas.microsoft.com/office/drawing/2014/main" val="99947216"/>
                    </a:ext>
                  </a:extLst>
                </a:gridCol>
              </a:tblGrid>
              <a:tr h="0">
                <a:tc>
                  <a:txBody>
                    <a:bodyPr/>
                    <a:lstStyle/>
                    <a:p>
                      <a:pPr algn="ctr">
                        <a:buNone/>
                      </a:pPr>
                      <a:r>
                        <a:rPr lang="en-US" sz="1800" u="sng" dirty="0" err="1"/>
                        <a:t>Order_ID</a:t>
                      </a:r>
                      <a:endParaRPr lang="en-IN" sz="1800" u="sng" dirty="0"/>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tc>
                  <a:txBody>
                    <a:bodyPr/>
                    <a:lstStyle/>
                    <a:p>
                      <a:pPr algn="ctr">
                        <a:buNone/>
                      </a:pPr>
                      <a:r>
                        <a:rPr lang="en-US" sz="1800" u="sng" dirty="0" err="1"/>
                        <a:t>Number_Of_Delayed_Checkpoints</a:t>
                      </a:r>
                      <a:endParaRPr lang="en-IN" sz="1800" u="sng" dirty="0"/>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88790314"/>
                  </a:ext>
                </a:extLst>
              </a:tr>
              <a:tr h="0">
                <a:tc>
                  <a:txBody>
                    <a:bodyPr/>
                    <a:lstStyle/>
                    <a:p>
                      <a:pPr algn="ctr">
                        <a:buNone/>
                      </a:pPr>
                      <a:r>
                        <a:rPr lang="en-IN" sz="1800"/>
                        <a:t>O0016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1476821"/>
                  </a:ext>
                </a:extLst>
              </a:tr>
              <a:tr h="0">
                <a:tc>
                  <a:txBody>
                    <a:bodyPr/>
                    <a:lstStyle/>
                    <a:p>
                      <a:pPr algn="ctr">
                        <a:buNone/>
                      </a:pPr>
                      <a:r>
                        <a:rPr lang="en-IN" sz="1800"/>
                        <a:t>O0019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3352755"/>
                  </a:ext>
                </a:extLst>
              </a:tr>
              <a:tr h="0">
                <a:tc>
                  <a:txBody>
                    <a:bodyPr/>
                    <a:lstStyle/>
                    <a:p>
                      <a:pPr algn="ctr">
                        <a:buNone/>
                      </a:pPr>
                      <a:r>
                        <a:rPr lang="en-IN" sz="1800"/>
                        <a:t>O0038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3804922"/>
                  </a:ext>
                </a:extLst>
              </a:tr>
              <a:tr h="0">
                <a:tc>
                  <a:txBody>
                    <a:bodyPr/>
                    <a:lstStyle/>
                    <a:p>
                      <a:pPr algn="ctr">
                        <a:buNone/>
                      </a:pPr>
                      <a:r>
                        <a:rPr lang="en-IN" sz="1800"/>
                        <a:t>O0070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2699190"/>
                  </a:ext>
                </a:extLst>
              </a:tr>
              <a:tr h="0">
                <a:tc>
                  <a:txBody>
                    <a:bodyPr/>
                    <a:lstStyle/>
                    <a:p>
                      <a:pPr algn="ctr">
                        <a:buNone/>
                      </a:pPr>
                      <a:r>
                        <a:rPr lang="en-IN" sz="1800"/>
                        <a:t>O0105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980298"/>
                  </a:ext>
                </a:extLst>
              </a:tr>
              <a:tr h="0">
                <a:tc>
                  <a:txBody>
                    <a:bodyPr/>
                    <a:lstStyle/>
                    <a:p>
                      <a:pPr algn="ctr">
                        <a:buNone/>
                      </a:pPr>
                      <a:r>
                        <a:rPr lang="en-IN" sz="1800"/>
                        <a:t>O0115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7563006"/>
                  </a:ext>
                </a:extLst>
              </a:tr>
              <a:tr h="0">
                <a:tc>
                  <a:txBody>
                    <a:bodyPr/>
                    <a:lstStyle/>
                    <a:p>
                      <a:pPr algn="ctr">
                        <a:buNone/>
                      </a:pPr>
                      <a:r>
                        <a:rPr lang="en-IN" sz="1800"/>
                        <a:t>O0170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2219461"/>
                  </a:ext>
                </a:extLst>
              </a:tr>
              <a:tr h="0">
                <a:tc>
                  <a:txBody>
                    <a:bodyPr/>
                    <a:lstStyle/>
                    <a:p>
                      <a:pPr algn="ctr">
                        <a:buNone/>
                      </a:pPr>
                      <a:r>
                        <a:rPr lang="en-IN" sz="1800"/>
                        <a:t>O0203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365710"/>
                  </a:ext>
                </a:extLst>
              </a:tr>
              <a:tr h="0">
                <a:tc>
                  <a:txBody>
                    <a:bodyPr/>
                    <a:lstStyle/>
                    <a:p>
                      <a:pPr algn="ctr">
                        <a:buNone/>
                      </a:pPr>
                      <a:r>
                        <a:rPr lang="en-IN" sz="1800"/>
                        <a:t>O0224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185723"/>
                  </a:ext>
                </a:extLst>
              </a:tr>
              <a:tr h="0">
                <a:tc>
                  <a:txBody>
                    <a:bodyPr/>
                    <a:lstStyle/>
                    <a:p>
                      <a:pPr algn="ctr">
                        <a:buNone/>
                      </a:pPr>
                      <a:r>
                        <a:rPr lang="en-IN" sz="1800"/>
                        <a:t>O0269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3928622"/>
                  </a:ext>
                </a:extLst>
              </a:tr>
              <a:tr h="0">
                <a:tc>
                  <a:txBody>
                    <a:bodyPr/>
                    <a:lstStyle/>
                    <a:p>
                      <a:pPr algn="ctr">
                        <a:buNone/>
                      </a:pPr>
                      <a:r>
                        <a:rPr lang="en-IN" sz="1800"/>
                        <a:t>O0290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700835"/>
                  </a:ext>
                </a:extLst>
              </a:tr>
              <a:tr h="0">
                <a:tc>
                  <a:txBody>
                    <a:bodyPr/>
                    <a:lstStyle/>
                    <a:p>
                      <a:pPr algn="ctr">
                        <a:buNone/>
                      </a:pPr>
                      <a:r>
                        <a:rPr lang="en-IN" sz="1800"/>
                        <a:t>O0293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1160758"/>
                  </a:ext>
                </a:extLst>
              </a:tr>
              <a:tr h="0">
                <a:tc>
                  <a:txBody>
                    <a:bodyPr/>
                    <a:lstStyle/>
                    <a:p>
                      <a:pPr algn="ctr">
                        <a:buNone/>
                      </a:pPr>
                      <a:r>
                        <a:rPr lang="en-IN" sz="1800"/>
                        <a:t>O0294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6861032"/>
                  </a:ext>
                </a:extLst>
              </a:tr>
              <a:tr h="0">
                <a:tc>
                  <a:txBody>
                    <a:bodyPr/>
                    <a:lstStyle/>
                    <a:p>
                      <a:pPr algn="ctr">
                        <a:buNone/>
                      </a:pPr>
                      <a:r>
                        <a:rPr lang="en-IN" sz="1800"/>
                        <a:t>O0003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5698638"/>
                  </a:ext>
                </a:extLst>
              </a:tr>
              <a:tr h="0">
                <a:tc>
                  <a:txBody>
                    <a:bodyPr/>
                    <a:lstStyle/>
                    <a:p>
                      <a:pPr algn="ctr">
                        <a:buNone/>
                      </a:pPr>
                      <a:r>
                        <a:rPr lang="en-IN" sz="1800"/>
                        <a:t>O0004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664439"/>
                  </a:ext>
                </a:extLst>
              </a:tr>
              <a:tr h="0">
                <a:tc>
                  <a:txBody>
                    <a:bodyPr/>
                    <a:lstStyle/>
                    <a:p>
                      <a:pPr algn="ctr">
                        <a:buNone/>
                      </a:pPr>
                      <a:r>
                        <a:rPr lang="en-IN" sz="1800"/>
                        <a:t>O0005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5519569"/>
                  </a:ext>
                </a:extLst>
              </a:tr>
              <a:tr h="0">
                <a:tc>
                  <a:txBody>
                    <a:bodyPr/>
                    <a:lstStyle/>
                    <a:p>
                      <a:pPr algn="ctr">
                        <a:buNone/>
                      </a:pPr>
                      <a:r>
                        <a:rPr lang="en-IN" sz="1800"/>
                        <a:t>O0015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797117"/>
                  </a:ext>
                </a:extLst>
              </a:tr>
              <a:tr h="0">
                <a:tc>
                  <a:txBody>
                    <a:bodyPr/>
                    <a:lstStyle/>
                    <a:p>
                      <a:pPr algn="ctr">
                        <a:buNone/>
                      </a:pPr>
                      <a:r>
                        <a:rPr lang="en-IN" sz="1800"/>
                        <a:t>O0021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7825318"/>
                  </a:ext>
                </a:extLst>
              </a:tr>
              <a:tr h="0">
                <a:tc>
                  <a:txBody>
                    <a:bodyPr/>
                    <a:lstStyle/>
                    <a:p>
                      <a:pPr algn="ctr">
                        <a:buNone/>
                      </a:pPr>
                      <a:r>
                        <a:rPr lang="en-IN" sz="1800"/>
                        <a:t>O0024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048562"/>
                  </a:ext>
                </a:extLst>
              </a:tr>
              <a:tr h="0">
                <a:tc>
                  <a:txBody>
                    <a:bodyPr/>
                    <a:lstStyle/>
                    <a:p>
                      <a:pPr algn="ctr">
                        <a:buNone/>
                      </a:pPr>
                      <a:r>
                        <a:rPr lang="en-IN" sz="1800"/>
                        <a:t>O0041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7167173"/>
                  </a:ext>
                </a:extLst>
              </a:tr>
              <a:tr h="0">
                <a:tc>
                  <a:txBody>
                    <a:bodyPr/>
                    <a:lstStyle/>
                    <a:p>
                      <a:pPr algn="ctr">
                        <a:buNone/>
                      </a:pPr>
                      <a:r>
                        <a:rPr lang="en-IN" sz="1800"/>
                        <a:t>O0048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0913427"/>
                  </a:ext>
                </a:extLst>
              </a:tr>
              <a:tr h="0">
                <a:tc>
                  <a:txBody>
                    <a:bodyPr/>
                    <a:lstStyle/>
                    <a:p>
                      <a:pPr algn="ctr">
                        <a:buNone/>
                      </a:pPr>
                      <a:r>
                        <a:rPr lang="en-IN" sz="1800"/>
                        <a:t>O0053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4068507"/>
                  </a:ext>
                </a:extLst>
              </a:tr>
              <a:tr h="0">
                <a:tc>
                  <a:txBody>
                    <a:bodyPr/>
                    <a:lstStyle/>
                    <a:p>
                      <a:pPr algn="ctr">
                        <a:buNone/>
                      </a:pPr>
                      <a:r>
                        <a:rPr lang="en-IN" sz="1800"/>
                        <a:t>O0055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9050389"/>
                  </a:ext>
                </a:extLst>
              </a:tr>
              <a:tr h="0">
                <a:tc>
                  <a:txBody>
                    <a:bodyPr/>
                    <a:lstStyle/>
                    <a:p>
                      <a:pPr algn="ctr">
                        <a:buNone/>
                      </a:pPr>
                      <a:r>
                        <a:rPr lang="en-IN" sz="1800"/>
                        <a:t>O0064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072391"/>
                  </a:ext>
                </a:extLst>
              </a:tr>
              <a:tr h="0">
                <a:tc>
                  <a:txBody>
                    <a:bodyPr/>
                    <a:lstStyle/>
                    <a:p>
                      <a:pPr algn="ctr">
                        <a:buNone/>
                      </a:pPr>
                      <a:r>
                        <a:rPr lang="en-IN" sz="1800"/>
                        <a:t>O0065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780759"/>
                  </a:ext>
                </a:extLst>
              </a:tr>
              <a:tr h="0">
                <a:tc>
                  <a:txBody>
                    <a:bodyPr/>
                    <a:lstStyle/>
                    <a:p>
                      <a:pPr algn="ctr">
                        <a:buNone/>
                      </a:pPr>
                      <a:r>
                        <a:rPr lang="en-IN" sz="1800"/>
                        <a:t>O0066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1781465"/>
                  </a:ext>
                </a:extLst>
              </a:tr>
              <a:tr h="0">
                <a:tc>
                  <a:txBody>
                    <a:bodyPr/>
                    <a:lstStyle/>
                    <a:p>
                      <a:pPr algn="ctr">
                        <a:buNone/>
                      </a:pPr>
                      <a:r>
                        <a:rPr lang="en-IN" sz="1800"/>
                        <a:t>O0069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1428080"/>
                  </a:ext>
                </a:extLst>
              </a:tr>
              <a:tr h="0">
                <a:tc>
                  <a:txBody>
                    <a:bodyPr/>
                    <a:lstStyle/>
                    <a:p>
                      <a:pPr algn="ctr">
                        <a:buNone/>
                      </a:pPr>
                      <a:r>
                        <a:rPr lang="en-IN" sz="1800"/>
                        <a:t>O0075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06803"/>
                  </a:ext>
                </a:extLst>
              </a:tr>
              <a:tr h="0">
                <a:tc>
                  <a:txBody>
                    <a:bodyPr/>
                    <a:lstStyle/>
                    <a:p>
                      <a:pPr algn="ctr">
                        <a:buNone/>
                      </a:pPr>
                      <a:r>
                        <a:rPr lang="en-IN" sz="1800"/>
                        <a:t>O0092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0592"/>
                  </a:ext>
                </a:extLst>
              </a:tr>
              <a:tr h="0">
                <a:tc>
                  <a:txBody>
                    <a:bodyPr/>
                    <a:lstStyle/>
                    <a:p>
                      <a:pPr algn="ctr">
                        <a:buNone/>
                      </a:pPr>
                      <a:r>
                        <a:rPr lang="en-IN" sz="1800"/>
                        <a:t>O0098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4760082"/>
                  </a:ext>
                </a:extLst>
              </a:tr>
              <a:tr h="0">
                <a:tc>
                  <a:txBody>
                    <a:bodyPr/>
                    <a:lstStyle/>
                    <a:p>
                      <a:pPr algn="ctr">
                        <a:buNone/>
                      </a:pPr>
                      <a:r>
                        <a:rPr lang="en-IN" sz="1800"/>
                        <a:t>O0099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179062"/>
                  </a:ext>
                </a:extLst>
              </a:tr>
              <a:tr h="0">
                <a:tc>
                  <a:txBody>
                    <a:bodyPr/>
                    <a:lstStyle/>
                    <a:p>
                      <a:pPr algn="ctr">
                        <a:buNone/>
                      </a:pPr>
                      <a:r>
                        <a:rPr lang="en-IN" sz="1800"/>
                        <a:t>O0100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639967"/>
                  </a:ext>
                </a:extLst>
              </a:tr>
              <a:tr h="0">
                <a:tc>
                  <a:txBody>
                    <a:bodyPr/>
                    <a:lstStyle/>
                    <a:p>
                      <a:pPr algn="ctr">
                        <a:buNone/>
                      </a:pPr>
                      <a:r>
                        <a:rPr lang="en-IN" sz="1800"/>
                        <a:t>O0119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117515"/>
                  </a:ext>
                </a:extLst>
              </a:tr>
              <a:tr h="0">
                <a:tc>
                  <a:txBody>
                    <a:bodyPr/>
                    <a:lstStyle/>
                    <a:p>
                      <a:pPr algn="ctr">
                        <a:buNone/>
                      </a:pPr>
                      <a:r>
                        <a:rPr lang="en-IN" sz="1800"/>
                        <a:t>O0125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8788353"/>
                  </a:ext>
                </a:extLst>
              </a:tr>
              <a:tr h="0">
                <a:tc>
                  <a:txBody>
                    <a:bodyPr/>
                    <a:lstStyle/>
                    <a:p>
                      <a:pPr algn="ctr">
                        <a:buNone/>
                      </a:pPr>
                      <a:r>
                        <a:rPr lang="en-IN" sz="1800"/>
                        <a:t>O0132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0868545"/>
                  </a:ext>
                </a:extLst>
              </a:tr>
              <a:tr h="0">
                <a:tc>
                  <a:txBody>
                    <a:bodyPr/>
                    <a:lstStyle/>
                    <a:p>
                      <a:pPr algn="ctr">
                        <a:buNone/>
                      </a:pPr>
                      <a:r>
                        <a:rPr lang="en-IN" sz="1800"/>
                        <a:t>O0135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839225"/>
                  </a:ext>
                </a:extLst>
              </a:tr>
              <a:tr h="0">
                <a:tc>
                  <a:txBody>
                    <a:bodyPr/>
                    <a:lstStyle/>
                    <a:p>
                      <a:pPr algn="ctr">
                        <a:buNone/>
                      </a:pPr>
                      <a:r>
                        <a:rPr lang="en-IN" sz="1800"/>
                        <a:t>O0136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59810"/>
                  </a:ext>
                </a:extLst>
              </a:tr>
              <a:tr h="0">
                <a:tc>
                  <a:txBody>
                    <a:bodyPr/>
                    <a:lstStyle/>
                    <a:p>
                      <a:pPr algn="ctr">
                        <a:buNone/>
                      </a:pPr>
                      <a:r>
                        <a:rPr lang="en-IN" sz="1800"/>
                        <a:t>O0142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2089721"/>
                  </a:ext>
                </a:extLst>
              </a:tr>
              <a:tr h="0">
                <a:tc>
                  <a:txBody>
                    <a:bodyPr/>
                    <a:lstStyle/>
                    <a:p>
                      <a:pPr algn="ctr">
                        <a:buNone/>
                      </a:pPr>
                      <a:r>
                        <a:rPr lang="en-IN" sz="1800"/>
                        <a:t>O0143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4646660"/>
                  </a:ext>
                </a:extLst>
              </a:tr>
              <a:tr h="0">
                <a:tc>
                  <a:txBody>
                    <a:bodyPr/>
                    <a:lstStyle/>
                    <a:p>
                      <a:pPr algn="ctr">
                        <a:buNone/>
                      </a:pPr>
                      <a:r>
                        <a:rPr lang="en-IN" sz="1800"/>
                        <a:t>O0144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318151"/>
                  </a:ext>
                </a:extLst>
              </a:tr>
              <a:tr h="0">
                <a:tc>
                  <a:txBody>
                    <a:bodyPr/>
                    <a:lstStyle/>
                    <a:p>
                      <a:pPr algn="ctr">
                        <a:buNone/>
                      </a:pPr>
                      <a:r>
                        <a:rPr lang="en-IN" sz="1800"/>
                        <a:t>O0147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42203"/>
                  </a:ext>
                </a:extLst>
              </a:tr>
              <a:tr h="0">
                <a:tc>
                  <a:txBody>
                    <a:bodyPr/>
                    <a:lstStyle/>
                    <a:p>
                      <a:pPr algn="ctr">
                        <a:buNone/>
                      </a:pPr>
                      <a:r>
                        <a:rPr lang="en-IN" sz="1800"/>
                        <a:t>O0155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696838"/>
                  </a:ext>
                </a:extLst>
              </a:tr>
              <a:tr h="0">
                <a:tc>
                  <a:txBody>
                    <a:bodyPr/>
                    <a:lstStyle/>
                    <a:p>
                      <a:pPr algn="ctr">
                        <a:buNone/>
                      </a:pPr>
                      <a:r>
                        <a:rPr lang="en-IN" sz="1800"/>
                        <a:t>O0156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4291862"/>
                  </a:ext>
                </a:extLst>
              </a:tr>
              <a:tr h="0">
                <a:tc>
                  <a:txBody>
                    <a:bodyPr/>
                    <a:lstStyle/>
                    <a:p>
                      <a:pPr algn="ctr">
                        <a:buNone/>
                      </a:pPr>
                      <a:r>
                        <a:rPr lang="en-IN" sz="1800"/>
                        <a:t>O0158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842455"/>
                  </a:ext>
                </a:extLst>
              </a:tr>
              <a:tr h="0">
                <a:tc>
                  <a:txBody>
                    <a:bodyPr/>
                    <a:lstStyle/>
                    <a:p>
                      <a:pPr algn="ctr">
                        <a:buNone/>
                      </a:pPr>
                      <a:r>
                        <a:rPr lang="en-IN" sz="1800"/>
                        <a:t>O0160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07866"/>
                  </a:ext>
                </a:extLst>
              </a:tr>
              <a:tr h="0">
                <a:tc>
                  <a:txBody>
                    <a:bodyPr/>
                    <a:lstStyle/>
                    <a:p>
                      <a:pPr algn="ctr">
                        <a:buNone/>
                      </a:pPr>
                      <a:r>
                        <a:rPr lang="en-IN" sz="1800"/>
                        <a:t>O0166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9943205"/>
                  </a:ext>
                </a:extLst>
              </a:tr>
              <a:tr h="0">
                <a:tc>
                  <a:txBody>
                    <a:bodyPr/>
                    <a:lstStyle/>
                    <a:p>
                      <a:pPr algn="ctr">
                        <a:buNone/>
                      </a:pPr>
                      <a:r>
                        <a:rPr lang="en-IN" sz="1800"/>
                        <a:t>O0173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5018492"/>
                  </a:ext>
                </a:extLst>
              </a:tr>
              <a:tr h="0">
                <a:tc>
                  <a:txBody>
                    <a:bodyPr/>
                    <a:lstStyle/>
                    <a:p>
                      <a:pPr algn="ctr">
                        <a:buNone/>
                      </a:pPr>
                      <a:r>
                        <a:rPr lang="en-IN" sz="1800"/>
                        <a:t>O0178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0242631"/>
                  </a:ext>
                </a:extLst>
              </a:tr>
              <a:tr h="0">
                <a:tc>
                  <a:txBody>
                    <a:bodyPr/>
                    <a:lstStyle/>
                    <a:p>
                      <a:pPr algn="ctr">
                        <a:buNone/>
                      </a:pPr>
                      <a:r>
                        <a:rPr lang="en-IN" sz="1800"/>
                        <a:t>O0183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3317610"/>
                  </a:ext>
                </a:extLst>
              </a:tr>
              <a:tr h="0">
                <a:tc>
                  <a:txBody>
                    <a:bodyPr/>
                    <a:lstStyle/>
                    <a:p>
                      <a:pPr algn="ctr">
                        <a:buNone/>
                      </a:pPr>
                      <a:r>
                        <a:rPr lang="en-IN" sz="1800"/>
                        <a:t>O0184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5167002"/>
                  </a:ext>
                </a:extLst>
              </a:tr>
              <a:tr h="0">
                <a:tc>
                  <a:txBody>
                    <a:bodyPr/>
                    <a:lstStyle/>
                    <a:p>
                      <a:pPr algn="ctr">
                        <a:buNone/>
                      </a:pPr>
                      <a:r>
                        <a:rPr lang="en-IN" sz="1800"/>
                        <a:t>O0186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134991"/>
                  </a:ext>
                </a:extLst>
              </a:tr>
              <a:tr h="0">
                <a:tc>
                  <a:txBody>
                    <a:bodyPr/>
                    <a:lstStyle/>
                    <a:p>
                      <a:pPr algn="ctr">
                        <a:buNone/>
                      </a:pPr>
                      <a:r>
                        <a:rPr lang="en-IN" sz="1800"/>
                        <a:t>O0195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3276"/>
                  </a:ext>
                </a:extLst>
              </a:tr>
              <a:tr h="0">
                <a:tc>
                  <a:txBody>
                    <a:bodyPr/>
                    <a:lstStyle/>
                    <a:p>
                      <a:pPr algn="ctr">
                        <a:buNone/>
                      </a:pPr>
                      <a:r>
                        <a:rPr lang="en-IN" sz="1800"/>
                        <a:t>O0196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456435"/>
                  </a:ext>
                </a:extLst>
              </a:tr>
              <a:tr h="0">
                <a:tc>
                  <a:txBody>
                    <a:bodyPr/>
                    <a:lstStyle/>
                    <a:p>
                      <a:pPr algn="ctr">
                        <a:buNone/>
                      </a:pPr>
                      <a:r>
                        <a:rPr lang="en-IN" sz="1800"/>
                        <a:t>O0206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6779599"/>
                  </a:ext>
                </a:extLst>
              </a:tr>
              <a:tr h="0">
                <a:tc>
                  <a:txBody>
                    <a:bodyPr/>
                    <a:lstStyle/>
                    <a:p>
                      <a:pPr algn="ctr">
                        <a:buNone/>
                      </a:pPr>
                      <a:r>
                        <a:rPr lang="en-IN" sz="1800"/>
                        <a:t>O0210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256558"/>
                  </a:ext>
                </a:extLst>
              </a:tr>
              <a:tr h="0">
                <a:tc>
                  <a:txBody>
                    <a:bodyPr/>
                    <a:lstStyle/>
                    <a:p>
                      <a:pPr algn="ctr">
                        <a:buNone/>
                      </a:pPr>
                      <a:r>
                        <a:rPr lang="en-IN" sz="1800"/>
                        <a:t>O0212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931814"/>
                  </a:ext>
                </a:extLst>
              </a:tr>
              <a:tr h="0">
                <a:tc>
                  <a:txBody>
                    <a:bodyPr/>
                    <a:lstStyle/>
                    <a:p>
                      <a:pPr algn="ctr">
                        <a:buNone/>
                      </a:pPr>
                      <a:r>
                        <a:rPr lang="en-IN" sz="1800"/>
                        <a:t>O0221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597670"/>
                  </a:ext>
                </a:extLst>
              </a:tr>
              <a:tr h="0">
                <a:tc>
                  <a:txBody>
                    <a:bodyPr/>
                    <a:lstStyle/>
                    <a:p>
                      <a:pPr algn="ctr">
                        <a:buNone/>
                      </a:pPr>
                      <a:r>
                        <a:rPr lang="en-IN" sz="1800"/>
                        <a:t>O0230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2392465"/>
                  </a:ext>
                </a:extLst>
              </a:tr>
              <a:tr h="0">
                <a:tc>
                  <a:txBody>
                    <a:bodyPr/>
                    <a:lstStyle/>
                    <a:p>
                      <a:pPr algn="ctr">
                        <a:buNone/>
                      </a:pPr>
                      <a:r>
                        <a:rPr lang="en-IN" sz="1800"/>
                        <a:t>O0241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3320535"/>
                  </a:ext>
                </a:extLst>
              </a:tr>
              <a:tr h="0">
                <a:tc>
                  <a:txBody>
                    <a:bodyPr/>
                    <a:lstStyle/>
                    <a:p>
                      <a:pPr algn="ctr">
                        <a:buNone/>
                      </a:pPr>
                      <a:r>
                        <a:rPr lang="en-IN" sz="1800"/>
                        <a:t>O0242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992925"/>
                  </a:ext>
                </a:extLst>
              </a:tr>
              <a:tr h="0">
                <a:tc>
                  <a:txBody>
                    <a:bodyPr/>
                    <a:lstStyle/>
                    <a:p>
                      <a:pPr algn="ctr">
                        <a:buNone/>
                      </a:pPr>
                      <a:r>
                        <a:rPr lang="en-IN" sz="1800"/>
                        <a:t>O0247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8827720"/>
                  </a:ext>
                </a:extLst>
              </a:tr>
              <a:tr h="0">
                <a:tc>
                  <a:txBody>
                    <a:bodyPr/>
                    <a:lstStyle/>
                    <a:p>
                      <a:pPr algn="ctr">
                        <a:buNone/>
                      </a:pPr>
                      <a:r>
                        <a:rPr lang="en-IN" sz="1800"/>
                        <a:t>O0253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4167084"/>
                  </a:ext>
                </a:extLst>
              </a:tr>
              <a:tr h="0">
                <a:tc>
                  <a:txBody>
                    <a:bodyPr/>
                    <a:lstStyle/>
                    <a:p>
                      <a:pPr algn="ctr">
                        <a:buNone/>
                      </a:pPr>
                      <a:r>
                        <a:rPr lang="en-IN" sz="1800"/>
                        <a:t>O0262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9408175"/>
                  </a:ext>
                </a:extLst>
              </a:tr>
              <a:tr h="0">
                <a:tc>
                  <a:txBody>
                    <a:bodyPr/>
                    <a:lstStyle/>
                    <a:p>
                      <a:pPr algn="ctr">
                        <a:buNone/>
                      </a:pPr>
                      <a:r>
                        <a:rPr lang="en-IN" sz="1800"/>
                        <a:t>O0263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572977"/>
                  </a:ext>
                </a:extLst>
              </a:tr>
              <a:tr h="0">
                <a:tc>
                  <a:txBody>
                    <a:bodyPr/>
                    <a:lstStyle/>
                    <a:p>
                      <a:pPr algn="ctr">
                        <a:buNone/>
                      </a:pPr>
                      <a:r>
                        <a:rPr lang="en-IN" sz="1800"/>
                        <a:t>O0270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679166"/>
                  </a:ext>
                </a:extLst>
              </a:tr>
              <a:tr h="0">
                <a:tc>
                  <a:txBody>
                    <a:bodyPr/>
                    <a:lstStyle/>
                    <a:p>
                      <a:pPr algn="ctr">
                        <a:buNone/>
                      </a:pPr>
                      <a:r>
                        <a:rPr lang="en-IN" sz="1800"/>
                        <a:t>O0271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3527785"/>
                  </a:ext>
                </a:extLst>
              </a:tr>
              <a:tr h="0">
                <a:tc>
                  <a:txBody>
                    <a:bodyPr/>
                    <a:lstStyle/>
                    <a:p>
                      <a:pPr algn="ctr">
                        <a:buNone/>
                      </a:pPr>
                      <a:r>
                        <a:rPr lang="en-IN" sz="1800"/>
                        <a:t>O0276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459395"/>
                  </a:ext>
                </a:extLst>
              </a:tr>
              <a:tr h="0">
                <a:tc>
                  <a:txBody>
                    <a:bodyPr/>
                    <a:lstStyle/>
                    <a:p>
                      <a:pPr algn="ctr">
                        <a:buNone/>
                      </a:pPr>
                      <a:r>
                        <a:rPr lang="en-IN" sz="1800"/>
                        <a:t>O0278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622762"/>
                  </a:ext>
                </a:extLst>
              </a:tr>
              <a:tr h="0">
                <a:tc>
                  <a:txBody>
                    <a:bodyPr/>
                    <a:lstStyle/>
                    <a:p>
                      <a:pPr algn="ctr">
                        <a:buNone/>
                      </a:pPr>
                      <a:r>
                        <a:rPr lang="en-IN" sz="1800"/>
                        <a:t>O0286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0173806"/>
                  </a:ext>
                </a:extLst>
              </a:tr>
              <a:tr h="0">
                <a:tc>
                  <a:txBody>
                    <a:bodyPr/>
                    <a:lstStyle/>
                    <a:p>
                      <a:pPr algn="ctr">
                        <a:buNone/>
                      </a:pPr>
                      <a:r>
                        <a:rPr lang="en-IN" sz="1800"/>
                        <a:t>O0287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8016269"/>
                  </a:ext>
                </a:extLst>
              </a:tr>
              <a:tr h="0">
                <a:tc>
                  <a:txBody>
                    <a:bodyPr/>
                    <a:lstStyle/>
                    <a:p>
                      <a:pPr algn="ctr">
                        <a:buNone/>
                      </a:pPr>
                      <a:r>
                        <a:rPr lang="en-IN" sz="1800"/>
                        <a:t>O0002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8828316"/>
                  </a:ext>
                </a:extLst>
              </a:tr>
              <a:tr h="0">
                <a:tc>
                  <a:txBody>
                    <a:bodyPr/>
                    <a:lstStyle/>
                    <a:p>
                      <a:pPr algn="ctr">
                        <a:buNone/>
                      </a:pPr>
                      <a:r>
                        <a:rPr lang="en-IN" sz="1800"/>
                        <a:t>O0007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5290549"/>
                  </a:ext>
                </a:extLst>
              </a:tr>
              <a:tr h="0">
                <a:tc>
                  <a:txBody>
                    <a:bodyPr/>
                    <a:lstStyle/>
                    <a:p>
                      <a:pPr algn="ctr">
                        <a:buNone/>
                      </a:pPr>
                      <a:r>
                        <a:rPr lang="en-IN" sz="1800"/>
                        <a:t>O0025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6203278"/>
                  </a:ext>
                </a:extLst>
              </a:tr>
              <a:tr h="0">
                <a:tc>
                  <a:txBody>
                    <a:bodyPr/>
                    <a:lstStyle/>
                    <a:p>
                      <a:pPr algn="ctr">
                        <a:buNone/>
                      </a:pPr>
                      <a:r>
                        <a:rPr lang="en-IN" sz="1800"/>
                        <a:t>O0027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156902"/>
                  </a:ext>
                </a:extLst>
              </a:tr>
              <a:tr h="0">
                <a:tc>
                  <a:txBody>
                    <a:bodyPr/>
                    <a:lstStyle/>
                    <a:p>
                      <a:pPr algn="ctr">
                        <a:buNone/>
                      </a:pPr>
                      <a:r>
                        <a:rPr lang="en-IN" sz="1800"/>
                        <a:t>O0030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8585521"/>
                  </a:ext>
                </a:extLst>
              </a:tr>
              <a:tr h="0">
                <a:tc>
                  <a:txBody>
                    <a:bodyPr/>
                    <a:lstStyle/>
                    <a:p>
                      <a:pPr algn="ctr">
                        <a:buNone/>
                      </a:pPr>
                      <a:r>
                        <a:rPr lang="en-IN" sz="1800"/>
                        <a:t>O0033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293193"/>
                  </a:ext>
                </a:extLst>
              </a:tr>
              <a:tr h="0">
                <a:tc>
                  <a:txBody>
                    <a:bodyPr/>
                    <a:lstStyle/>
                    <a:p>
                      <a:pPr algn="ctr">
                        <a:buNone/>
                      </a:pPr>
                      <a:r>
                        <a:rPr lang="en-IN" sz="1800"/>
                        <a:t>O0046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8139638"/>
                  </a:ext>
                </a:extLst>
              </a:tr>
              <a:tr h="0">
                <a:tc>
                  <a:txBody>
                    <a:bodyPr/>
                    <a:lstStyle/>
                    <a:p>
                      <a:pPr algn="ctr">
                        <a:buNone/>
                      </a:pPr>
                      <a:r>
                        <a:rPr lang="en-IN" sz="1800"/>
                        <a:t>O0052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6044783"/>
                  </a:ext>
                </a:extLst>
              </a:tr>
              <a:tr h="0">
                <a:tc>
                  <a:txBody>
                    <a:bodyPr/>
                    <a:lstStyle/>
                    <a:p>
                      <a:pPr algn="ctr">
                        <a:buNone/>
                      </a:pPr>
                      <a:r>
                        <a:rPr lang="en-IN" sz="1800"/>
                        <a:t>O0057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5709749"/>
                  </a:ext>
                </a:extLst>
              </a:tr>
              <a:tr h="0">
                <a:tc>
                  <a:txBody>
                    <a:bodyPr/>
                    <a:lstStyle/>
                    <a:p>
                      <a:pPr algn="ctr">
                        <a:buNone/>
                      </a:pPr>
                      <a:r>
                        <a:rPr lang="en-IN" sz="1800"/>
                        <a:t>O0058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793624"/>
                  </a:ext>
                </a:extLst>
              </a:tr>
              <a:tr h="0">
                <a:tc>
                  <a:txBody>
                    <a:bodyPr/>
                    <a:lstStyle/>
                    <a:p>
                      <a:pPr algn="ctr">
                        <a:buNone/>
                      </a:pPr>
                      <a:r>
                        <a:rPr lang="en-IN" sz="1800"/>
                        <a:t>O0060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094150"/>
                  </a:ext>
                </a:extLst>
              </a:tr>
              <a:tr h="0">
                <a:tc>
                  <a:txBody>
                    <a:bodyPr/>
                    <a:lstStyle/>
                    <a:p>
                      <a:pPr algn="ctr">
                        <a:buNone/>
                      </a:pPr>
                      <a:r>
                        <a:rPr lang="en-IN" sz="1800"/>
                        <a:t>O0061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30227"/>
                  </a:ext>
                </a:extLst>
              </a:tr>
              <a:tr h="0">
                <a:tc>
                  <a:txBody>
                    <a:bodyPr/>
                    <a:lstStyle/>
                    <a:p>
                      <a:pPr algn="ctr">
                        <a:buNone/>
                      </a:pPr>
                      <a:r>
                        <a:rPr lang="en-IN" sz="1800"/>
                        <a:t>O0067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078429"/>
                  </a:ext>
                </a:extLst>
              </a:tr>
              <a:tr h="0">
                <a:tc>
                  <a:txBody>
                    <a:bodyPr/>
                    <a:lstStyle/>
                    <a:p>
                      <a:pPr algn="ctr">
                        <a:buNone/>
                      </a:pPr>
                      <a:r>
                        <a:rPr lang="en-IN" sz="1800"/>
                        <a:t>O0073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1803690"/>
                  </a:ext>
                </a:extLst>
              </a:tr>
              <a:tr h="0">
                <a:tc>
                  <a:txBody>
                    <a:bodyPr/>
                    <a:lstStyle/>
                    <a:p>
                      <a:pPr algn="ctr">
                        <a:buNone/>
                      </a:pPr>
                      <a:r>
                        <a:rPr lang="en-IN" sz="1800"/>
                        <a:t>O0074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6965531"/>
                  </a:ext>
                </a:extLst>
              </a:tr>
              <a:tr h="0">
                <a:tc>
                  <a:txBody>
                    <a:bodyPr/>
                    <a:lstStyle/>
                    <a:p>
                      <a:pPr algn="ctr">
                        <a:buNone/>
                      </a:pPr>
                      <a:r>
                        <a:rPr lang="en-IN" sz="1800"/>
                        <a:t>O0081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983377"/>
                  </a:ext>
                </a:extLst>
              </a:tr>
              <a:tr h="0">
                <a:tc>
                  <a:txBody>
                    <a:bodyPr/>
                    <a:lstStyle/>
                    <a:p>
                      <a:pPr algn="ctr">
                        <a:buNone/>
                      </a:pPr>
                      <a:r>
                        <a:rPr lang="en-IN" sz="1800"/>
                        <a:t>O0082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6560842"/>
                  </a:ext>
                </a:extLst>
              </a:tr>
              <a:tr h="0">
                <a:tc>
                  <a:txBody>
                    <a:bodyPr/>
                    <a:lstStyle/>
                    <a:p>
                      <a:pPr algn="ctr">
                        <a:buNone/>
                      </a:pPr>
                      <a:r>
                        <a:rPr lang="en-IN" sz="1800"/>
                        <a:t>O0087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6603177"/>
                  </a:ext>
                </a:extLst>
              </a:tr>
              <a:tr h="0">
                <a:tc>
                  <a:txBody>
                    <a:bodyPr/>
                    <a:lstStyle/>
                    <a:p>
                      <a:pPr algn="ctr">
                        <a:buNone/>
                      </a:pPr>
                      <a:r>
                        <a:rPr lang="en-IN" sz="1800"/>
                        <a:t>O0089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652154"/>
                  </a:ext>
                </a:extLst>
              </a:tr>
              <a:tr h="0">
                <a:tc>
                  <a:txBody>
                    <a:bodyPr/>
                    <a:lstStyle/>
                    <a:p>
                      <a:pPr algn="ctr">
                        <a:buNone/>
                      </a:pPr>
                      <a:r>
                        <a:rPr lang="en-IN" sz="1800"/>
                        <a:t>O0090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046095"/>
                  </a:ext>
                </a:extLst>
              </a:tr>
              <a:tr h="0">
                <a:tc>
                  <a:txBody>
                    <a:bodyPr/>
                    <a:lstStyle/>
                    <a:p>
                      <a:pPr algn="ctr">
                        <a:buNone/>
                      </a:pPr>
                      <a:r>
                        <a:rPr lang="en-IN" sz="1800"/>
                        <a:t>O0091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49713"/>
                  </a:ext>
                </a:extLst>
              </a:tr>
              <a:tr h="0">
                <a:tc>
                  <a:txBody>
                    <a:bodyPr/>
                    <a:lstStyle/>
                    <a:p>
                      <a:pPr algn="ctr">
                        <a:buNone/>
                      </a:pPr>
                      <a:r>
                        <a:rPr lang="en-IN" sz="1800"/>
                        <a:t>O0094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3389118"/>
                  </a:ext>
                </a:extLst>
              </a:tr>
              <a:tr h="0">
                <a:tc>
                  <a:txBody>
                    <a:bodyPr/>
                    <a:lstStyle/>
                    <a:p>
                      <a:pPr algn="ctr">
                        <a:buNone/>
                      </a:pPr>
                      <a:r>
                        <a:rPr lang="en-IN" sz="1800"/>
                        <a:t>O0095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141512"/>
                  </a:ext>
                </a:extLst>
              </a:tr>
              <a:tr h="0">
                <a:tc>
                  <a:txBody>
                    <a:bodyPr/>
                    <a:lstStyle/>
                    <a:p>
                      <a:pPr algn="ctr">
                        <a:buNone/>
                      </a:pPr>
                      <a:r>
                        <a:rPr lang="en-IN" sz="1800"/>
                        <a:t>O0096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16502"/>
                  </a:ext>
                </a:extLst>
              </a:tr>
              <a:tr h="0">
                <a:tc>
                  <a:txBody>
                    <a:bodyPr/>
                    <a:lstStyle/>
                    <a:p>
                      <a:pPr algn="ctr">
                        <a:buNone/>
                      </a:pPr>
                      <a:r>
                        <a:rPr lang="en-IN" sz="1800"/>
                        <a:t>O0097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62097"/>
                  </a:ext>
                </a:extLst>
              </a:tr>
              <a:tr h="0">
                <a:tc>
                  <a:txBody>
                    <a:bodyPr/>
                    <a:lstStyle/>
                    <a:p>
                      <a:pPr algn="ctr">
                        <a:buNone/>
                      </a:pPr>
                      <a:r>
                        <a:rPr lang="en-IN" sz="1800"/>
                        <a:t>O0103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6071730"/>
                  </a:ext>
                </a:extLst>
              </a:tr>
              <a:tr h="0">
                <a:tc>
                  <a:txBody>
                    <a:bodyPr/>
                    <a:lstStyle/>
                    <a:p>
                      <a:pPr algn="ctr">
                        <a:buNone/>
                      </a:pPr>
                      <a:r>
                        <a:rPr lang="en-IN" sz="1800"/>
                        <a:t>O0110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09334"/>
                  </a:ext>
                </a:extLst>
              </a:tr>
              <a:tr h="0">
                <a:tc>
                  <a:txBody>
                    <a:bodyPr/>
                    <a:lstStyle/>
                    <a:p>
                      <a:pPr algn="ctr">
                        <a:buNone/>
                      </a:pPr>
                      <a:r>
                        <a:rPr lang="en-IN" sz="1800"/>
                        <a:t>O0112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479263"/>
                  </a:ext>
                </a:extLst>
              </a:tr>
              <a:tr h="0">
                <a:tc>
                  <a:txBody>
                    <a:bodyPr/>
                    <a:lstStyle/>
                    <a:p>
                      <a:pPr algn="ctr">
                        <a:buNone/>
                      </a:pPr>
                      <a:r>
                        <a:rPr lang="en-IN" sz="1800"/>
                        <a:t>O0117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9490987"/>
                  </a:ext>
                </a:extLst>
              </a:tr>
              <a:tr h="0">
                <a:tc>
                  <a:txBody>
                    <a:bodyPr/>
                    <a:lstStyle/>
                    <a:p>
                      <a:pPr algn="ctr">
                        <a:buNone/>
                      </a:pPr>
                      <a:r>
                        <a:rPr lang="en-IN" sz="1800"/>
                        <a:t>O0120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8425724"/>
                  </a:ext>
                </a:extLst>
              </a:tr>
              <a:tr h="0">
                <a:tc>
                  <a:txBody>
                    <a:bodyPr/>
                    <a:lstStyle/>
                    <a:p>
                      <a:pPr algn="ctr">
                        <a:buNone/>
                      </a:pPr>
                      <a:r>
                        <a:rPr lang="en-IN" sz="1800"/>
                        <a:t>O0121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225801"/>
                  </a:ext>
                </a:extLst>
              </a:tr>
              <a:tr h="0">
                <a:tc>
                  <a:txBody>
                    <a:bodyPr/>
                    <a:lstStyle/>
                    <a:p>
                      <a:pPr algn="ctr">
                        <a:buNone/>
                      </a:pPr>
                      <a:r>
                        <a:rPr lang="en-IN" sz="1800"/>
                        <a:t>O0124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9184155"/>
                  </a:ext>
                </a:extLst>
              </a:tr>
              <a:tr h="0">
                <a:tc>
                  <a:txBody>
                    <a:bodyPr/>
                    <a:lstStyle/>
                    <a:p>
                      <a:pPr algn="ctr">
                        <a:buNone/>
                      </a:pPr>
                      <a:r>
                        <a:rPr lang="en-IN" sz="1800"/>
                        <a:t>O0127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2984828"/>
                  </a:ext>
                </a:extLst>
              </a:tr>
              <a:tr h="0">
                <a:tc>
                  <a:txBody>
                    <a:bodyPr/>
                    <a:lstStyle/>
                    <a:p>
                      <a:pPr algn="ctr">
                        <a:buNone/>
                      </a:pPr>
                      <a:r>
                        <a:rPr lang="en-IN" sz="1800"/>
                        <a:t>O0131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5116312"/>
                  </a:ext>
                </a:extLst>
              </a:tr>
              <a:tr h="0">
                <a:tc>
                  <a:txBody>
                    <a:bodyPr/>
                    <a:lstStyle/>
                    <a:p>
                      <a:pPr algn="ctr">
                        <a:buNone/>
                      </a:pPr>
                      <a:r>
                        <a:rPr lang="en-IN" sz="1800"/>
                        <a:t>O0134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0692575"/>
                  </a:ext>
                </a:extLst>
              </a:tr>
              <a:tr h="0">
                <a:tc>
                  <a:txBody>
                    <a:bodyPr/>
                    <a:lstStyle/>
                    <a:p>
                      <a:pPr algn="ctr">
                        <a:buNone/>
                      </a:pPr>
                      <a:r>
                        <a:rPr lang="en-IN" sz="1800"/>
                        <a:t>O0137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1899075"/>
                  </a:ext>
                </a:extLst>
              </a:tr>
              <a:tr h="0">
                <a:tc>
                  <a:txBody>
                    <a:bodyPr/>
                    <a:lstStyle/>
                    <a:p>
                      <a:pPr algn="ctr">
                        <a:buNone/>
                      </a:pPr>
                      <a:r>
                        <a:rPr lang="en-IN" sz="1800"/>
                        <a:t>O0141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6414627"/>
                  </a:ext>
                </a:extLst>
              </a:tr>
              <a:tr h="0">
                <a:tc>
                  <a:txBody>
                    <a:bodyPr/>
                    <a:lstStyle/>
                    <a:p>
                      <a:pPr algn="ctr">
                        <a:buNone/>
                      </a:pPr>
                      <a:r>
                        <a:rPr lang="en-IN" sz="1800"/>
                        <a:t>O0145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3975278"/>
                  </a:ext>
                </a:extLst>
              </a:tr>
              <a:tr h="0">
                <a:tc>
                  <a:txBody>
                    <a:bodyPr/>
                    <a:lstStyle/>
                    <a:p>
                      <a:pPr algn="ctr">
                        <a:buNone/>
                      </a:pPr>
                      <a:r>
                        <a:rPr lang="en-IN" sz="1800"/>
                        <a:t>O0146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4957472"/>
                  </a:ext>
                </a:extLst>
              </a:tr>
              <a:tr h="0">
                <a:tc>
                  <a:txBody>
                    <a:bodyPr/>
                    <a:lstStyle/>
                    <a:p>
                      <a:pPr algn="ctr">
                        <a:buNone/>
                      </a:pPr>
                      <a:r>
                        <a:rPr lang="en-IN" sz="1800"/>
                        <a:t>O0152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243007"/>
                  </a:ext>
                </a:extLst>
              </a:tr>
              <a:tr h="0">
                <a:tc>
                  <a:txBody>
                    <a:bodyPr/>
                    <a:lstStyle/>
                    <a:p>
                      <a:pPr algn="ctr">
                        <a:buNone/>
                      </a:pPr>
                      <a:r>
                        <a:rPr lang="en-IN" sz="1800"/>
                        <a:t>O0157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498955"/>
                  </a:ext>
                </a:extLst>
              </a:tr>
              <a:tr h="0">
                <a:tc>
                  <a:txBody>
                    <a:bodyPr/>
                    <a:lstStyle/>
                    <a:p>
                      <a:pPr algn="ctr">
                        <a:buNone/>
                      </a:pPr>
                      <a:r>
                        <a:rPr lang="en-IN" sz="1800"/>
                        <a:t>O0165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4222765"/>
                  </a:ext>
                </a:extLst>
              </a:tr>
              <a:tr h="0">
                <a:tc>
                  <a:txBody>
                    <a:bodyPr/>
                    <a:lstStyle/>
                    <a:p>
                      <a:pPr algn="ctr">
                        <a:buNone/>
                      </a:pPr>
                      <a:r>
                        <a:rPr lang="en-IN" sz="1800"/>
                        <a:t>O0168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664748"/>
                  </a:ext>
                </a:extLst>
              </a:tr>
              <a:tr h="0">
                <a:tc>
                  <a:txBody>
                    <a:bodyPr/>
                    <a:lstStyle/>
                    <a:p>
                      <a:pPr algn="ctr">
                        <a:buNone/>
                      </a:pPr>
                      <a:r>
                        <a:rPr lang="en-IN" sz="1800"/>
                        <a:t>O0176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8859166"/>
                  </a:ext>
                </a:extLst>
              </a:tr>
              <a:tr h="0">
                <a:tc>
                  <a:txBody>
                    <a:bodyPr/>
                    <a:lstStyle/>
                    <a:p>
                      <a:pPr algn="ctr">
                        <a:buNone/>
                      </a:pPr>
                      <a:r>
                        <a:rPr lang="en-IN" sz="1800"/>
                        <a:t>O0192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6398918"/>
                  </a:ext>
                </a:extLst>
              </a:tr>
              <a:tr h="0">
                <a:tc>
                  <a:txBody>
                    <a:bodyPr/>
                    <a:lstStyle/>
                    <a:p>
                      <a:pPr algn="ctr">
                        <a:buNone/>
                      </a:pPr>
                      <a:r>
                        <a:rPr lang="en-IN" sz="1800"/>
                        <a:t>O0198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0100321"/>
                  </a:ext>
                </a:extLst>
              </a:tr>
              <a:tr h="0">
                <a:tc>
                  <a:txBody>
                    <a:bodyPr/>
                    <a:lstStyle/>
                    <a:p>
                      <a:pPr algn="ctr">
                        <a:buNone/>
                      </a:pPr>
                      <a:r>
                        <a:rPr lang="en-IN" sz="1800"/>
                        <a:t>O0199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3383713"/>
                  </a:ext>
                </a:extLst>
              </a:tr>
              <a:tr h="0">
                <a:tc>
                  <a:txBody>
                    <a:bodyPr/>
                    <a:lstStyle/>
                    <a:p>
                      <a:pPr algn="ctr">
                        <a:buNone/>
                      </a:pPr>
                      <a:r>
                        <a:rPr lang="en-IN" sz="1800"/>
                        <a:t>O0205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0173582"/>
                  </a:ext>
                </a:extLst>
              </a:tr>
              <a:tr h="0">
                <a:tc>
                  <a:txBody>
                    <a:bodyPr/>
                    <a:lstStyle/>
                    <a:p>
                      <a:pPr algn="ctr">
                        <a:buNone/>
                      </a:pPr>
                      <a:r>
                        <a:rPr lang="en-IN" sz="1800"/>
                        <a:t>O0208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9970688"/>
                  </a:ext>
                </a:extLst>
              </a:tr>
              <a:tr h="0">
                <a:tc>
                  <a:txBody>
                    <a:bodyPr/>
                    <a:lstStyle/>
                    <a:p>
                      <a:pPr algn="ctr">
                        <a:buNone/>
                      </a:pPr>
                      <a:r>
                        <a:rPr lang="en-IN" sz="1800"/>
                        <a:t>O0211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4470013"/>
                  </a:ext>
                </a:extLst>
              </a:tr>
              <a:tr h="0">
                <a:tc>
                  <a:txBody>
                    <a:bodyPr/>
                    <a:lstStyle/>
                    <a:p>
                      <a:pPr algn="ctr">
                        <a:buNone/>
                      </a:pPr>
                      <a:r>
                        <a:rPr lang="en-IN" sz="1800"/>
                        <a:t>O0215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3732724"/>
                  </a:ext>
                </a:extLst>
              </a:tr>
              <a:tr h="0">
                <a:tc>
                  <a:txBody>
                    <a:bodyPr/>
                    <a:lstStyle/>
                    <a:p>
                      <a:pPr algn="ctr">
                        <a:buNone/>
                      </a:pPr>
                      <a:r>
                        <a:rPr lang="en-IN" sz="1800"/>
                        <a:t>O0216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097080"/>
                  </a:ext>
                </a:extLst>
              </a:tr>
              <a:tr h="0">
                <a:tc>
                  <a:txBody>
                    <a:bodyPr/>
                    <a:lstStyle/>
                    <a:p>
                      <a:pPr algn="ctr">
                        <a:buNone/>
                      </a:pPr>
                      <a:r>
                        <a:rPr lang="en-IN" sz="1800"/>
                        <a:t>O0219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024230"/>
                  </a:ext>
                </a:extLst>
              </a:tr>
              <a:tr h="0">
                <a:tc>
                  <a:txBody>
                    <a:bodyPr/>
                    <a:lstStyle/>
                    <a:p>
                      <a:pPr algn="ctr">
                        <a:buNone/>
                      </a:pPr>
                      <a:r>
                        <a:rPr lang="en-IN" sz="1800"/>
                        <a:t>O0220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063311"/>
                  </a:ext>
                </a:extLst>
              </a:tr>
              <a:tr h="0">
                <a:tc>
                  <a:txBody>
                    <a:bodyPr/>
                    <a:lstStyle/>
                    <a:p>
                      <a:pPr algn="ctr">
                        <a:buNone/>
                      </a:pPr>
                      <a:r>
                        <a:rPr lang="en-IN" sz="1800"/>
                        <a:t>O0227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264474"/>
                  </a:ext>
                </a:extLst>
              </a:tr>
              <a:tr h="0">
                <a:tc>
                  <a:txBody>
                    <a:bodyPr/>
                    <a:lstStyle/>
                    <a:p>
                      <a:pPr algn="ctr">
                        <a:buNone/>
                      </a:pPr>
                      <a:r>
                        <a:rPr lang="en-IN" sz="1800"/>
                        <a:t>O0229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3916055"/>
                  </a:ext>
                </a:extLst>
              </a:tr>
              <a:tr h="0">
                <a:tc>
                  <a:txBody>
                    <a:bodyPr/>
                    <a:lstStyle/>
                    <a:p>
                      <a:pPr algn="ctr">
                        <a:buNone/>
                      </a:pPr>
                      <a:r>
                        <a:rPr lang="en-IN" sz="1800"/>
                        <a:t>O0232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8605564"/>
                  </a:ext>
                </a:extLst>
              </a:tr>
              <a:tr h="0">
                <a:tc>
                  <a:txBody>
                    <a:bodyPr/>
                    <a:lstStyle/>
                    <a:p>
                      <a:pPr algn="ctr">
                        <a:buNone/>
                      </a:pPr>
                      <a:r>
                        <a:rPr lang="en-IN" sz="1800"/>
                        <a:t>O0235</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87616"/>
                  </a:ext>
                </a:extLst>
              </a:tr>
              <a:tr h="0">
                <a:tc>
                  <a:txBody>
                    <a:bodyPr/>
                    <a:lstStyle/>
                    <a:p>
                      <a:pPr algn="ctr">
                        <a:buNone/>
                      </a:pPr>
                      <a:r>
                        <a:rPr lang="en-IN" sz="1800"/>
                        <a:t>O0238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7290188"/>
                  </a:ext>
                </a:extLst>
              </a:tr>
              <a:tr h="0">
                <a:tc>
                  <a:txBody>
                    <a:bodyPr/>
                    <a:lstStyle/>
                    <a:p>
                      <a:pPr algn="ctr">
                        <a:buNone/>
                      </a:pPr>
                      <a:r>
                        <a:rPr lang="en-IN" sz="1800"/>
                        <a:t>O0240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767396"/>
                  </a:ext>
                </a:extLst>
              </a:tr>
              <a:tr h="0">
                <a:tc>
                  <a:txBody>
                    <a:bodyPr/>
                    <a:lstStyle/>
                    <a:p>
                      <a:pPr algn="ctr">
                        <a:buNone/>
                      </a:pPr>
                      <a:r>
                        <a:rPr lang="en-IN" sz="1800"/>
                        <a:t>O0243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6656699"/>
                  </a:ext>
                </a:extLst>
              </a:tr>
              <a:tr h="0">
                <a:tc>
                  <a:txBody>
                    <a:bodyPr/>
                    <a:lstStyle/>
                    <a:p>
                      <a:pPr algn="ctr">
                        <a:buNone/>
                      </a:pPr>
                      <a:r>
                        <a:rPr lang="en-IN" sz="1800"/>
                        <a:t>O0244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2392116"/>
                  </a:ext>
                </a:extLst>
              </a:tr>
              <a:tr h="0">
                <a:tc>
                  <a:txBody>
                    <a:bodyPr/>
                    <a:lstStyle/>
                    <a:p>
                      <a:pPr algn="ctr">
                        <a:buNone/>
                      </a:pPr>
                      <a:r>
                        <a:rPr lang="en-IN" sz="1800"/>
                        <a:t>O0249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273865"/>
                  </a:ext>
                </a:extLst>
              </a:tr>
              <a:tr h="0">
                <a:tc>
                  <a:txBody>
                    <a:bodyPr/>
                    <a:lstStyle/>
                    <a:p>
                      <a:pPr algn="ctr">
                        <a:buNone/>
                      </a:pPr>
                      <a:r>
                        <a:rPr lang="en-IN" sz="1800"/>
                        <a:t>O0251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5927771"/>
                  </a:ext>
                </a:extLst>
              </a:tr>
              <a:tr h="0">
                <a:tc>
                  <a:txBody>
                    <a:bodyPr/>
                    <a:lstStyle/>
                    <a:p>
                      <a:pPr algn="ctr">
                        <a:buNone/>
                      </a:pPr>
                      <a:r>
                        <a:rPr lang="en-IN" sz="1800"/>
                        <a:t>O0252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0711425"/>
                  </a:ext>
                </a:extLst>
              </a:tr>
              <a:tr h="0">
                <a:tc>
                  <a:txBody>
                    <a:bodyPr/>
                    <a:lstStyle/>
                    <a:p>
                      <a:pPr algn="ctr">
                        <a:buNone/>
                      </a:pPr>
                      <a:r>
                        <a:rPr lang="en-IN" sz="1800"/>
                        <a:t>O0254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2662557"/>
                  </a:ext>
                </a:extLst>
              </a:tr>
              <a:tr h="0">
                <a:tc>
                  <a:txBody>
                    <a:bodyPr/>
                    <a:lstStyle/>
                    <a:p>
                      <a:pPr algn="ctr">
                        <a:buNone/>
                      </a:pPr>
                      <a:r>
                        <a:rPr lang="en-IN" sz="1800"/>
                        <a:t>O0256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7656459"/>
                  </a:ext>
                </a:extLst>
              </a:tr>
              <a:tr h="0">
                <a:tc>
                  <a:txBody>
                    <a:bodyPr/>
                    <a:lstStyle/>
                    <a:p>
                      <a:pPr algn="ctr">
                        <a:buNone/>
                      </a:pPr>
                      <a:r>
                        <a:rPr lang="en-IN" sz="1800"/>
                        <a:t>O0257</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4362096"/>
                  </a:ext>
                </a:extLst>
              </a:tr>
              <a:tr h="0">
                <a:tc>
                  <a:txBody>
                    <a:bodyPr/>
                    <a:lstStyle/>
                    <a:p>
                      <a:pPr algn="ctr">
                        <a:buNone/>
                      </a:pPr>
                      <a:r>
                        <a:rPr lang="en-IN" sz="1800"/>
                        <a:t>O0258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65429"/>
                  </a:ext>
                </a:extLst>
              </a:tr>
              <a:tr h="0">
                <a:tc>
                  <a:txBody>
                    <a:bodyPr/>
                    <a:lstStyle/>
                    <a:p>
                      <a:pPr algn="ctr">
                        <a:buNone/>
                      </a:pPr>
                      <a:r>
                        <a:rPr lang="en-IN" sz="1800"/>
                        <a:t>O0264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7232379"/>
                  </a:ext>
                </a:extLst>
              </a:tr>
              <a:tr h="0">
                <a:tc>
                  <a:txBody>
                    <a:bodyPr/>
                    <a:lstStyle/>
                    <a:p>
                      <a:pPr algn="ctr">
                        <a:buNone/>
                      </a:pPr>
                      <a:r>
                        <a:rPr lang="en-IN" sz="1800"/>
                        <a:t>O0266</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732314"/>
                  </a:ext>
                </a:extLst>
              </a:tr>
              <a:tr h="0">
                <a:tc>
                  <a:txBody>
                    <a:bodyPr/>
                    <a:lstStyle/>
                    <a:p>
                      <a:pPr algn="ctr">
                        <a:buNone/>
                      </a:pPr>
                      <a:r>
                        <a:rPr lang="en-IN" sz="1800"/>
                        <a:t>O0268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4449122"/>
                  </a:ext>
                </a:extLst>
              </a:tr>
              <a:tr h="0">
                <a:tc>
                  <a:txBody>
                    <a:bodyPr/>
                    <a:lstStyle/>
                    <a:p>
                      <a:pPr algn="ctr">
                        <a:buNone/>
                      </a:pPr>
                      <a:r>
                        <a:rPr lang="en-IN" sz="1800"/>
                        <a:t>O0274</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758646"/>
                  </a:ext>
                </a:extLst>
              </a:tr>
              <a:tr h="0">
                <a:tc>
                  <a:txBody>
                    <a:bodyPr/>
                    <a:lstStyle/>
                    <a:p>
                      <a:pPr algn="ctr">
                        <a:buNone/>
                      </a:pPr>
                      <a:r>
                        <a:rPr lang="en-IN" sz="1800"/>
                        <a:t>O0279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82240"/>
                  </a:ext>
                </a:extLst>
              </a:tr>
              <a:tr h="0">
                <a:tc>
                  <a:txBody>
                    <a:bodyPr/>
                    <a:lstStyle/>
                    <a:p>
                      <a:pPr algn="ctr">
                        <a:buNone/>
                      </a:pPr>
                      <a:r>
                        <a:rPr lang="en-IN" sz="1800"/>
                        <a:t>O0282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3135366"/>
                  </a:ext>
                </a:extLst>
              </a:tr>
              <a:tr h="0">
                <a:tc>
                  <a:txBody>
                    <a:bodyPr/>
                    <a:lstStyle/>
                    <a:p>
                      <a:pPr algn="ctr">
                        <a:buNone/>
                      </a:pPr>
                      <a:r>
                        <a:rPr lang="en-IN" sz="1800"/>
                        <a:t>O0288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91028"/>
                  </a:ext>
                </a:extLst>
              </a:tr>
              <a:tr h="0">
                <a:tc>
                  <a:txBody>
                    <a:bodyPr/>
                    <a:lstStyle/>
                    <a:p>
                      <a:pPr algn="ctr">
                        <a:buNone/>
                      </a:pPr>
                      <a:r>
                        <a:rPr lang="en-IN" sz="1800"/>
                        <a:t>O0289</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133652"/>
                  </a:ext>
                </a:extLst>
              </a:tr>
              <a:tr h="0">
                <a:tc>
                  <a:txBody>
                    <a:bodyPr/>
                    <a:lstStyle/>
                    <a:p>
                      <a:pPr algn="ctr">
                        <a:buNone/>
                      </a:pPr>
                      <a:r>
                        <a:rPr lang="en-IN" sz="1800"/>
                        <a:t>O0291</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43066"/>
                  </a:ext>
                </a:extLst>
              </a:tr>
              <a:tr h="0">
                <a:tc>
                  <a:txBody>
                    <a:bodyPr/>
                    <a:lstStyle/>
                    <a:p>
                      <a:pPr algn="ctr">
                        <a:buNone/>
                      </a:pPr>
                      <a:r>
                        <a:rPr lang="en-IN" sz="1800"/>
                        <a:t>O0292</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333471"/>
                  </a:ext>
                </a:extLst>
              </a:tr>
              <a:tr h="0">
                <a:tc>
                  <a:txBody>
                    <a:bodyPr/>
                    <a:lstStyle/>
                    <a:p>
                      <a:pPr algn="ctr">
                        <a:buNone/>
                      </a:pPr>
                      <a:r>
                        <a:rPr lang="en-IN" sz="1800"/>
                        <a:t>O0298</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2355272"/>
                  </a:ext>
                </a:extLst>
              </a:tr>
              <a:tr h="0">
                <a:tc>
                  <a:txBody>
                    <a:bodyPr/>
                    <a:lstStyle/>
                    <a:p>
                      <a:pPr algn="ctr">
                        <a:buNone/>
                      </a:pPr>
                      <a:r>
                        <a:rPr lang="en-IN" sz="1800"/>
                        <a:t>O0300</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3</a:t>
                      </a:r>
                    </a:p>
                  </a:txBody>
                  <a:tcPr marL="7204" marR="7204" marT="3602" marB="3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675027"/>
                  </a:ext>
                </a:extLst>
              </a:tr>
            </a:tbl>
          </a:graphicData>
        </a:graphic>
      </p:graphicFrame>
    </p:spTree>
    <p:extLst>
      <p:ext uri="{BB962C8B-B14F-4D97-AF65-F5344CB8AC3E}">
        <p14:creationId xmlns:p14="http://schemas.microsoft.com/office/powerpoint/2010/main" val="22183646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1EB7-1078-1AB8-31A6-DC8863A55634}"/>
              </a:ext>
            </a:extLst>
          </p:cNvPr>
          <p:cNvSpPr>
            <a:spLocks noGrp="1"/>
          </p:cNvSpPr>
          <p:nvPr>
            <p:ph type="title"/>
          </p:nvPr>
        </p:nvSpPr>
        <p:spPr>
          <a:xfrm>
            <a:off x="90054" y="105353"/>
            <a:ext cx="10515600" cy="1325563"/>
          </a:xfrm>
        </p:spPr>
        <p:txBody>
          <a:bodyPr/>
          <a:lstStyle/>
          <a:p>
            <a:r>
              <a:rPr lang="en-US" b="1" dirty="0"/>
              <a:t>Task 7 (Advanced KPI Reporting)</a:t>
            </a:r>
            <a:endParaRPr lang="en-IN" b="1" dirty="0"/>
          </a:p>
        </p:txBody>
      </p:sp>
      <p:sp>
        <p:nvSpPr>
          <p:cNvPr id="3" name="Content Placeholder 2">
            <a:extLst>
              <a:ext uri="{FF2B5EF4-FFF2-40B4-BE49-F238E27FC236}">
                <a16:creationId xmlns:a16="http://schemas.microsoft.com/office/drawing/2014/main" id="{C692083C-5CBA-580F-BD2A-CE481FF0FD0B}"/>
              </a:ext>
            </a:extLst>
          </p:cNvPr>
          <p:cNvSpPr>
            <a:spLocks noGrp="1"/>
          </p:cNvSpPr>
          <p:nvPr>
            <p:ph idx="1"/>
          </p:nvPr>
        </p:nvSpPr>
        <p:spPr>
          <a:xfrm>
            <a:off x="0" y="1558636"/>
            <a:ext cx="12192000" cy="5299364"/>
          </a:xfrm>
        </p:spPr>
        <p:txBody>
          <a:bodyPr>
            <a:normAutofit/>
          </a:bodyPr>
          <a:lstStyle/>
          <a:p>
            <a:r>
              <a:rPr lang="en-US" sz="1800" b="1" u="sng" dirty="0"/>
              <a:t>Average Delivery Delay per Region (</a:t>
            </a:r>
            <a:r>
              <a:rPr lang="en-US" sz="1800" b="1" u="sng" dirty="0" err="1"/>
              <a:t>Start_Location</a:t>
            </a:r>
            <a:r>
              <a:rPr lang="en-US" sz="1800" b="1" u="sng" dirty="0"/>
              <a:t>).</a:t>
            </a:r>
          </a:p>
          <a:p>
            <a:pPr marL="0" indent="0">
              <a:buNone/>
            </a:pPr>
            <a:r>
              <a:rPr lang="en-IN" sz="1800" dirty="0"/>
              <a:t>SELECT </a:t>
            </a:r>
            <a:r>
              <a:rPr lang="en-IN" sz="1800" dirty="0" err="1"/>
              <a:t>r.Start_Location</a:t>
            </a:r>
            <a:r>
              <a:rPr lang="en-IN" sz="1800" dirty="0"/>
              <a:t> AS Region,</a:t>
            </a:r>
          </a:p>
          <a:p>
            <a:pPr marL="0" indent="0">
              <a:buNone/>
            </a:pPr>
            <a:r>
              <a:rPr lang="en-IN" sz="1800" dirty="0"/>
              <a:t>AVG(DATEDIFF(</a:t>
            </a:r>
            <a:r>
              <a:rPr lang="en-IN" sz="1800" dirty="0" err="1"/>
              <a:t>o.Actual_Delivery_Date,o.Expected_Delivery_Date</a:t>
            </a:r>
            <a:r>
              <a:rPr lang="en-IN" sz="1800" dirty="0"/>
              <a:t>)) AS</a:t>
            </a:r>
          </a:p>
          <a:p>
            <a:pPr marL="0" indent="0">
              <a:buNone/>
            </a:pPr>
            <a:r>
              <a:rPr lang="en-IN" sz="1800" dirty="0" err="1"/>
              <a:t>Avg_Delivery_Delay_Days</a:t>
            </a:r>
            <a:endParaRPr lang="en-IN" sz="1800" dirty="0"/>
          </a:p>
          <a:p>
            <a:pPr marL="0" indent="0">
              <a:buNone/>
            </a:pPr>
            <a:r>
              <a:rPr lang="en-IN" sz="1800" dirty="0"/>
              <a:t>FROM Orders o</a:t>
            </a:r>
          </a:p>
          <a:p>
            <a:pPr marL="0" indent="0">
              <a:buNone/>
            </a:pPr>
            <a:r>
              <a:rPr lang="en-IN" sz="1800" dirty="0"/>
              <a:t>JOIN Routes r</a:t>
            </a:r>
          </a:p>
          <a:p>
            <a:pPr marL="0" indent="0">
              <a:buNone/>
            </a:pPr>
            <a:r>
              <a:rPr lang="en-IN" sz="1800" dirty="0"/>
              <a:t>ON </a:t>
            </a:r>
            <a:r>
              <a:rPr lang="en-IN" sz="1800" dirty="0" err="1"/>
              <a:t>o.Route_ID</a:t>
            </a:r>
            <a:r>
              <a:rPr lang="en-IN" sz="1800" dirty="0"/>
              <a:t> = </a:t>
            </a:r>
            <a:r>
              <a:rPr lang="en-IN" sz="1800" dirty="0" err="1"/>
              <a:t>r.Route_ID</a:t>
            </a:r>
            <a:endParaRPr lang="en-IN" sz="1800" dirty="0"/>
          </a:p>
          <a:p>
            <a:pPr marL="0" indent="0">
              <a:buNone/>
            </a:pPr>
            <a:r>
              <a:rPr lang="en-IN" sz="1800" dirty="0"/>
              <a:t>GROUP BY </a:t>
            </a:r>
            <a:r>
              <a:rPr lang="en-IN" sz="1800" dirty="0" err="1"/>
              <a:t>r.Start_Location</a:t>
            </a:r>
            <a:endParaRPr lang="en-IN" sz="1800" dirty="0"/>
          </a:p>
          <a:p>
            <a:pPr marL="0" indent="0">
              <a:buNone/>
            </a:pPr>
            <a:r>
              <a:rPr lang="en-IN" sz="1800" dirty="0"/>
              <a:t>ORDER BY </a:t>
            </a:r>
            <a:r>
              <a:rPr lang="en-IN" sz="1800" dirty="0" err="1"/>
              <a:t>Avg_Delivery_Delay_Days</a:t>
            </a:r>
            <a:r>
              <a:rPr lang="en-IN" sz="1800" dirty="0"/>
              <a:t> DESC;</a:t>
            </a:r>
          </a:p>
          <a:p>
            <a:pPr marL="0" indent="0">
              <a:buNone/>
            </a:pPr>
            <a:endParaRPr lang="en-IN" sz="1800" dirty="0"/>
          </a:p>
          <a:p>
            <a:pPr marL="0" indent="0">
              <a:buNone/>
            </a:pPr>
            <a:r>
              <a:rPr lang="en-IN" sz="1800" b="1" u="sng" dirty="0"/>
              <a:t>OUTPUT:</a:t>
            </a:r>
          </a:p>
          <a:p>
            <a:pPr marL="0" indent="0">
              <a:buNone/>
            </a:pPr>
            <a:endParaRPr lang="en-IN" sz="1800" b="1" u="sng" dirty="0"/>
          </a:p>
        </p:txBody>
      </p:sp>
      <p:graphicFrame>
        <p:nvGraphicFramePr>
          <p:cNvPr id="4" name="Table 3">
            <a:extLst>
              <a:ext uri="{FF2B5EF4-FFF2-40B4-BE49-F238E27FC236}">
                <a16:creationId xmlns:a16="http://schemas.microsoft.com/office/drawing/2014/main" id="{15DEEC6F-ED5D-B137-20CD-F54CB2AB539A}"/>
              </a:ext>
            </a:extLst>
          </p:cNvPr>
          <p:cNvGraphicFramePr>
            <a:graphicFrameLocks noGrp="1"/>
          </p:cNvGraphicFramePr>
          <p:nvPr>
            <p:extLst>
              <p:ext uri="{D42A27DB-BD31-4B8C-83A1-F6EECF244321}">
                <p14:modId xmlns:p14="http://schemas.microsoft.com/office/powerpoint/2010/main" val="3576453981"/>
              </p:ext>
            </p:extLst>
          </p:nvPr>
        </p:nvGraphicFramePr>
        <p:xfrm>
          <a:off x="1953490" y="5590309"/>
          <a:ext cx="8652164" cy="6902952"/>
        </p:xfrm>
        <a:graphic>
          <a:graphicData uri="http://schemas.openxmlformats.org/drawingml/2006/table">
            <a:tbl>
              <a:tblPr firstRow="1">
                <a:tableStyleId>{08FB837D-C827-4EFA-A057-4D05807E0F7C}</a:tableStyleId>
              </a:tblPr>
              <a:tblGrid>
                <a:gridCol w="4326082">
                  <a:extLst>
                    <a:ext uri="{9D8B030D-6E8A-4147-A177-3AD203B41FA5}">
                      <a16:colId xmlns:a16="http://schemas.microsoft.com/office/drawing/2014/main" val="419039817"/>
                    </a:ext>
                  </a:extLst>
                </a:gridCol>
                <a:gridCol w="4326082">
                  <a:extLst>
                    <a:ext uri="{9D8B030D-6E8A-4147-A177-3AD203B41FA5}">
                      <a16:colId xmlns:a16="http://schemas.microsoft.com/office/drawing/2014/main" val="3173131736"/>
                    </a:ext>
                  </a:extLst>
                </a:gridCol>
              </a:tblGrid>
              <a:tr h="225356">
                <a:tc>
                  <a:txBody>
                    <a:bodyPr/>
                    <a:lstStyle/>
                    <a:p>
                      <a:pPr algn="ctr">
                        <a:buNone/>
                      </a:pPr>
                      <a:r>
                        <a:rPr lang="en-US" sz="1800" b="1" u="sng" dirty="0"/>
                        <a:t>Region</a:t>
                      </a:r>
                      <a:endParaRPr lang="en-IN" sz="1800" b="1" u="sng" dirty="0"/>
                    </a:p>
                  </a:txBody>
                  <a:tcPr marL="54392" marR="54392" marT="27196" marB="27196" anchor="ctr">
                    <a:solidFill>
                      <a:schemeClr val="tx1"/>
                    </a:solidFill>
                  </a:tcPr>
                </a:tc>
                <a:tc>
                  <a:txBody>
                    <a:bodyPr/>
                    <a:lstStyle/>
                    <a:p>
                      <a:pPr algn="ctr">
                        <a:buNone/>
                      </a:pPr>
                      <a:r>
                        <a:rPr lang="en-US" sz="1800" b="1" u="sng" dirty="0" err="1"/>
                        <a:t>Avg_Delivery_Delay_Days</a:t>
                      </a:r>
                      <a:endParaRPr lang="en-IN" sz="1800" b="1" u="sng" dirty="0"/>
                    </a:p>
                  </a:txBody>
                  <a:tcPr marL="54392" marR="54392" marT="27196" marB="27196" anchor="ctr">
                    <a:solidFill>
                      <a:schemeClr val="tx1"/>
                    </a:solidFill>
                  </a:tcPr>
                </a:tc>
                <a:extLst>
                  <a:ext uri="{0D108BD9-81ED-4DB2-BD59-A6C34878D82A}">
                    <a16:rowId xmlns:a16="http://schemas.microsoft.com/office/drawing/2014/main" val="540245001"/>
                  </a:ext>
                </a:extLst>
              </a:tr>
              <a:tr h="225356">
                <a:tc>
                  <a:txBody>
                    <a:bodyPr/>
                    <a:lstStyle/>
                    <a:p>
                      <a:pPr algn="ctr">
                        <a:buNone/>
                      </a:pPr>
                      <a:r>
                        <a:rPr lang="en-IN" sz="1800"/>
                        <a:t>West Calvinview</a:t>
                      </a:r>
                    </a:p>
                  </a:txBody>
                  <a:tcPr marL="54392" marR="54392" marT="27196" marB="27196" anchor="ctr"/>
                </a:tc>
                <a:tc>
                  <a:txBody>
                    <a:bodyPr/>
                    <a:lstStyle/>
                    <a:p>
                      <a:pPr algn="ctr">
                        <a:buNone/>
                      </a:pPr>
                      <a:r>
                        <a:rPr lang="en-IN" sz="1800"/>
                        <a:t>1.0833</a:t>
                      </a:r>
                    </a:p>
                  </a:txBody>
                  <a:tcPr marL="54392" marR="54392" marT="27196" marB="27196" anchor="ctr"/>
                </a:tc>
                <a:extLst>
                  <a:ext uri="{0D108BD9-81ED-4DB2-BD59-A6C34878D82A}">
                    <a16:rowId xmlns:a16="http://schemas.microsoft.com/office/drawing/2014/main" val="2283195515"/>
                  </a:ext>
                </a:extLst>
              </a:tr>
              <a:tr h="225356">
                <a:tc>
                  <a:txBody>
                    <a:bodyPr/>
                    <a:lstStyle/>
                    <a:p>
                      <a:pPr algn="ctr">
                        <a:buNone/>
                      </a:pPr>
                      <a:r>
                        <a:rPr lang="en-IN" sz="1800"/>
                        <a:t>Juliestad</a:t>
                      </a:r>
                    </a:p>
                  </a:txBody>
                  <a:tcPr marL="54392" marR="54392" marT="27196" marB="27196" anchor="ctr"/>
                </a:tc>
                <a:tc>
                  <a:txBody>
                    <a:bodyPr/>
                    <a:lstStyle/>
                    <a:p>
                      <a:pPr algn="ctr">
                        <a:buNone/>
                      </a:pPr>
                      <a:r>
                        <a:rPr lang="en-IN" sz="1800"/>
                        <a:t>1.0588</a:t>
                      </a:r>
                    </a:p>
                  </a:txBody>
                  <a:tcPr marL="54392" marR="54392" marT="27196" marB="27196" anchor="ctr"/>
                </a:tc>
                <a:extLst>
                  <a:ext uri="{0D108BD9-81ED-4DB2-BD59-A6C34878D82A}">
                    <a16:rowId xmlns:a16="http://schemas.microsoft.com/office/drawing/2014/main" val="353620920"/>
                  </a:ext>
                </a:extLst>
              </a:tr>
              <a:tr h="225356">
                <a:tc>
                  <a:txBody>
                    <a:bodyPr/>
                    <a:lstStyle/>
                    <a:p>
                      <a:pPr algn="ctr">
                        <a:buNone/>
                      </a:pPr>
                      <a:r>
                        <a:rPr lang="en-IN" sz="1800"/>
                        <a:t>Port Tammybury</a:t>
                      </a:r>
                    </a:p>
                  </a:txBody>
                  <a:tcPr marL="54392" marR="54392" marT="27196" marB="27196" anchor="ctr"/>
                </a:tc>
                <a:tc>
                  <a:txBody>
                    <a:bodyPr/>
                    <a:lstStyle/>
                    <a:p>
                      <a:pPr algn="ctr">
                        <a:buNone/>
                      </a:pPr>
                      <a:r>
                        <a:rPr lang="en-IN" sz="1800"/>
                        <a:t>1.0000</a:t>
                      </a:r>
                    </a:p>
                  </a:txBody>
                  <a:tcPr marL="54392" marR="54392" marT="27196" marB="27196" anchor="ctr"/>
                </a:tc>
                <a:extLst>
                  <a:ext uri="{0D108BD9-81ED-4DB2-BD59-A6C34878D82A}">
                    <a16:rowId xmlns:a16="http://schemas.microsoft.com/office/drawing/2014/main" val="3087238173"/>
                  </a:ext>
                </a:extLst>
              </a:tr>
              <a:tr h="225356">
                <a:tc>
                  <a:txBody>
                    <a:bodyPr/>
                    <a:lstStyle/>
                    <a:p>
                      <a:pPr algn="ctr">
                        <a:buNone/>
                      </a:pPr>
                      <a:r>
                        <a:rPr lang="en-IN" sz="1800"/>
                        <a:t>South Jenniferfurt</a:t>
                      </a:r>
                    </a:p>
                  </a:txBody>
                  <a:tcPr marL="54392" marR="54392" marT="27196" marB="27196" anchor="ctr"/>
                </a:tc>
                <a:tc>
                  <a:txBody>
                    <a:bodyPr/>
                    <a:lstStyle/>
                    <a:p>
                      <a:pPr algn="ctr">
                        <a:buNone/>
                      </a:pPr>
                      <a:r>
                        <a:rPr lang="en-IN" sz="1800"/>
                        <a:t>1.0000</a:t>
                      </a:r>
                    </a:p>
                  </a:txBody>
                  <a:tcPr marL="54392" marR="54392" marT="27196" marB="27196" anchor="ctr"/>
                </a:tc>
                <a:extLst>
                  <a:ext uri="{0D108BD9-81ED-4DB2-BD59-A6C34878D82A}">
                    <a16:rowId xmlns:a16="http://schemas.microsoft.com/office/drawing/2014/main" val="1854044123"/>
                  </a:ext>
                </a:extLst>
              </a:tr>
              <a:tr h="225356">
                <a:tc>
                  <a:txBody>
                    <a:bodyPr/>
                    <a:lstStyle/>
                    <a:p>
                      <a:pPr algn="ctr">
                        <a:buNone/>
                      </a:pPr>
                      <a:r>
                        <a:rPr lang="en-IN" sz="1800"/>
                        <a:t>New Jessica</a:t>
                      </a:r>
                    </a:p>
                  </a:txBody>
                  <a:tcPr marL="54392" marR="54392" marT="27196" marB="27196" anchor="ctr"/>
                </a:tc>
                <a:tc>
                  <a:txBody>
                    <a:bodyPr/>
                    <a:lstStyle/>
                    <a:p>
                      <a:pPr algn="ctr">
                        <a:buNone/>
                      </a:pPr>
                      <a:r>
                        <a:rPr lang="en-IN" sz="1800"/>
                        <a:t>0.8000</a:t>
                      </a:r>
                    </a:p>
                  </a:txBody>
                  <a:tcPr marL="54392" marR="54392" marT="27196" marB="27196" anchor="ctr"/>
                </a:tc>
                <a:extLst>
                  <a:ext uri="{0D108BD9-81ED-4DB2-BD59-A6C34878D82A}">
                    <a16:rowId xmlns:a16="http://schemas.microsoft.com/office/drawing/2014/main" val="719406499"/>
                  </a:ext>
                </a:extLst>
              </a:tr>
              <a:tr h="225356">
                <a:tc>
                  <a:txBody>
                    <a:bodyPr/>
                    <a:lstStyle/>
                    <a:p>
                      <a:pPr algn="ctr">
                        <a:buNone/>
                      </a:pPr>
                      <a:r>
                        <a:rPr lang="en-IN" sz="1800"/>
                        <a:t>Ramosside</a:t>
                      </a:r>
                    </a:p>
                  </a:txBody>
                  <a:tcPr marL="54392" marR="54392" marT="27196" marB="27196" anchor="ctr"/>
                </a:tc>
                <a:tc>
                  <a:txBody>
                    <a:bodyPr/>
                    <a:lstStyle/>
                    <a:p>
                      <a:pPr algn="ctr">
                        <a:buNone/>
                      </a:pPr>
                      <a:r>
                        <a:rPr lang="en-IN" sz="1800"/>
                        <a:t>0.8000</a:t>
                      </a:r>
                    </a:p>
                  </a:txBody>
                  <a:tcPr marL="54392" marR="54392" marT="27196" marB="27196" anchor="ctr"/>
                </a:tc>
                <a:extLst>
                  <a:ext uri="{0D108BD9-81ED-4DB2-BD59-A6C34878D82A}">
                    <a16:rowId xmlns:a16="http://schemas.microsoft.com/office/drawing/2014/main" val="545856526"/>
                  </a:ext>
                </a:extLst>
              </a:tr>
              <a:tr h="225356">
                <a:tc>
                  <a:txBody>
                    <a:bodyPr/>
                    <a:lstStyle/>
                    <a:p>
                      <a:pPr algn="ctr">
                        <a:buNone/>
                      </a:pPr>
                      <a:r>
                        <a:rPr lang="en-IN" sz="1800"/>
                        <a:t>South Johnville</a:t>
                      </a:r>
                    </a:p>
                  </a:txBody>
                  <a:tcPr marL="54392" marR="54392" marT="27196" marB="27196" anchor="ctr"/>
                </a:tc>
                <a:tc>
                  <a:txBody>
                    <a:bodyPr/>
                    <a:lstStyle/>
                    <a:p>
                      <a:pPr algn="ctr">
                        <a:buNone/>
                      </a:pPr>
                      <a:r>
                        <a:rPr lang="en-IN" sz="1800"/>
                        <a:t>0.7647</a:t>
                      </a:r>
                    </a:p>
                  </a:txBody>
                  <a:tcPr marL="54392" marR="54392" marT="27196" marB="27196" anchor="ctr"/>
                </a:tc>
                <a:extLst>
                  <a:ext uri="{0D108BD9-81ED-4DB2-BD59-A6C34878D82A}">
                    <a16:rowId xmlns:a16="http://schemas.microsoft.com/office/drawing/2014/main" val="2315314750"/>
                  </a:ext>
                </a:extLst>
              </a:tr>
              <a:tr h="225356">
                <a:tc>
                  <a:txBody>
                    <a:bodyPr/>
                    <a:lstStyle/>
                    <a:p>
                      <a:pPr algn="ctr">
                        <a:buNone/>
                      </a:pPr>
                      <a:r>
                        <a:rPr lang="en-IN" sz="1800"/>
                        <a:t>Lowemouth</a:t>
                      </a:r>
                    </a:p>
                  </a:txBody>
                  <a:tcPr marL="54392" marR="54392" marT="27196" marB="27196" anchor="ctr"/>
                </a:tc>
                <a:tc>
                  <a:txBody>
                    <a:bodyPr/>
                    <a:lstStyle/>
                    <a:p>
                      <a:pPr algn="ctr">
                        <a:buNone/>
                      </a:pPr>
                      <a:r>
                        <a:rPr lang="en-IN" sz="1800"/>
                        <a:t>0.7000</a:t>
                      </a:r>
                    </a:p>
                  </a:txBody>
                  <a:tcPr marL="54392" marR="54392" marT="27196" marB="27196" anchor="ctr"/>
                </a:tc>
                <a:extLst>
                  <a:ext uri="{0D108BD9-81ED-4DB2-BD59-A6C34878D82A}">
                    <a16:rowId xmlns:a16="http://schemas.microsoft.com/office/drawing/2014/main" val="1299479547"/>
                  </a:ext>
                </a:extLst>
              </a:tr>
              <a:tr h="225356">
                <a:tc>
                  <a:txBody>
                    <a:bodyPr/>
                    <a:lstStyle/>
                    <a:p>
                      <a:pPr algn="ctr">
                        <a:buNone/>
                      </a:pPr>
                      <a:r>
                        <a:rPr lang="en-IN" sz="1800"/>
                        <a:t>North Aliceside</a:t>
                      </a:r>
                    </a:p>
                  </a:txBody>
                  <a:tcPr marL="54392" marR="54392" marT="27196" marB="27196" anchor="ctr"/>
                </a:tc>
                <a:tc>
                  <a:txBody>
                    <a:bodyPr/>
                    <a:lstStyle/>
                    <a:p>
                      <a:pPr algn="ctr">
                        <a:buNone/>
                      </a:pPr>
                      <a:r>
                        <a:rPr lang="en-IN" sz="1800"/>
                        <a:t>0.7000</a:t>
                      </a:r>
                    </a:p>
                  </a:txBody>
                  <a:tcPr marL="54392" marR="54392" marT="27196" marB="27196" anchor="ctr"/>
                </a:tc>
                <a:extLst>
                  <a:ext uri="{0D108BD9-81ED-4DB2-BD59-A6C34878D82A}">
                    <a16:rowId xmlns:a16="http://schemas.microsoft.com/office/drawing/2014/main" val="2842963184"/>
                  </a:ext>
                </a:extLst>
              </a:tr>
              <a:tr h="225356">
                <a:tc>
                  <a:txBody>
                    <a:bodyPr/>
                    <a:lstStyle/>
                    <a:p>
                      <a:pPr algn="ctr">
                        <a:buNone/>
                      </a:pPr>
                      <a:r>
                        <a:rPr lang="en-IN" sz="1800"/>
                        <a:t>Aaronhaven</a:t>
                      </a:r>
                    </a:p>
                  </a:txBody>
                  <a:tcPr marL="54392" marR="54392" marT="27196" marB="27196" anchor="ctr"/>
                </a:tc>
                <a:tc>
                  <a:txBody>
                    <a:bodyPr/>
                    <a:lstStyle/>
                    <a:p>
                      <a:pPr algn="ctr">
                        <a:buNone/>
                      </a:pPr>
                      <a:r>
                        <a:rPr lang="en-IN" sz="1800"/>
                        <a:t>0.6875</a:t>
                      </a:r>
                    </a:p>
                  </a:txBody>
                  <a:tcPr marL="54392" marR="54392" marT="27196" marB="27196" anchor="ctr"/>
                </a:tc>
                <a:extLst>
                  <a:ext uri="{0D108BD9-81ED-4DB2-BD59-A6C34878D82A}">
                    <a16:rowId xmlns:a16="http://schemas.microsoft.com/office/drawing/2014/main" val="1730445230"/>
                  </a:ext>
                </a:extLst>
              </a:tr>
              <a:tr h="225356">
                <a:tc>
                  <a:txBody>
                    <a:bodyPr/>
                    <a:lstStyle/>
                    <a:p>
                      <a:pPr algn="ctr">
                        <a:buNone/>
                      </a:pPr>
                      <a:r>
                        <a:rPr lang="en-IN" sz="1800"/>
                        <a:t>New Aimeechester</a:t>
                      </a:r>
                    </a:p>
                  </a:txBody>
                  <a:tcPr marL="54392" marR="54392" marT="27196" marB="27196" anchor="ctr"/>
                </a:tc>
                <a:tc>
                  <a:txBody>
                    <a:bodyPr/>
                    <a:lstStyle/>
                    <a:p>
                      <a:pPr algn="ctr">
                        <a:buNone/>
                      </a:pPr>
                      <a:r>
                        <a:rPr lang="en-IN" sz="1800"/>
                        <a:t>0.6667</a:t>
                      </a:r>
                    </a:p>
                  </a:txBody>
                  <a:tcPr marL="54392" marR="54392" marT="27196" marB="27196" anchor="ctr"/>
                </a:tc>
                <a:extLst>
                  <a:ext uri="{0D108BD9-81ED-4DB2-BD59-A6C34878D82A}">
                    <a16:rowId xmlns:a16="http://schemas.microsoft.com/office/drawing/2014/main" val="1858974130"/>
                  </a:ext>
                </a:extLst>
              </a:tr>
              <a:tr h="225356">
                <a:tc>
                  <a:txBody>
                    <a:bodyPr/>
                    <a:lstStyle/>
                    <a:p>
                      <a:pPr algn="ctr">
                        <a:buNone/>
                      </a:pPr>
                      <a:r>
                        <a:rPr lang="en-IN" sz="1800"/>
                        <a:t>North Edward</a:t>
                      </a:r>
                    </a:p>
                  </a:txBody>
                  <a:tcPr marL="54392" marR="54392" marT="27196" marB="27196" anchor="ctr"/>
                </a:tc>
                <a:tc>
                  <a:txBody>
                    <a:bodyPr/>
                    <a:lstStyle/>
                    <a:p>
                      <a:pPr algn="ctr">
                        <a:buNone/>
                      </a:pPr>
                      <a:r>
                        <a:rPr lang="en-IN" sz="1800"/>
                        <a:t>0.6154</a:t>
                      </a:r>
                    </a:p>
                  </a:txBody>
                  <a:tcPr marL="54392" marR="54392" marT="27196" marB="27196" anchor="ctr"/>
                </a:tc>
                <a:extLst>
                  <a:ext uri="{0D108BD9-81ED-4DB2-BD59-A6C34878D82A}">
                    <a16:rowId xmlns:a16="http://schemas.microsoft.com/office/drawing/2014/main" val="2821908693"/>
                  </a:ext>
                </a:extLst>
              </a:tr>
              <a:tr h="225356">
                <a:tc>
                  <a:txBody>
                    <a:bodyPr/>
                    <a:lstStyle/>
                    <a:p>
                      <a:pPr algn="ctr">
                        <a:buNone/>
                      </a:pPr>
                      <a:r>
                        <a:rPr lang="en-IN" sz="1800"/>
                        <a:t>Lake Oscarfurt</a:t>
                      </a:r>
                    </a:p>
                  </a:txBody>
                  <a:tcPr marL="54392" marR="54392" marT="27196" marB="27196" anchor="ctr"/>
                </a:tc>
                <a:tc>
                  <a:txBody>
                    <a:bodyPr/>
                    <a:lstStyle/>
                    <a:p>
                      <a:pPr algn="ctr">
                        <a:buNone/>
                      </a:pPr>
                      <a:r>
                        <a:rPr lang="en-IN" sz="1800"/>
                        <a:t>0.6154</a:t>
                      </a:r>
                    </a:p>
                  </a:txBody>
                  <a:tcPr marL="54392" marR="54392" marT="27196" marB="27196" anchor="ctr"/>
                </a:tc>
                <a:extLst>
                  <a:ext uri="{0D108BD9-81ED-4DB2-BD59-A6C34878D82A}">
                    <a16:rowId xmlns:a16="http://schemas.microsoft.com/office/drawing/2014/main" val="1019801253"/>
                  </a:ext>
                </a:extLst>
              </a:tr>
              <a:tr h="225356">
                <a:tc>
                  <a:txBody>
                    <a:bodyPr/>
                    <a:lstStyle/>
                    <a:p>
                      <a:pPr algn="ctr">
                        <a:buNone/>
                      </a:pPr>
                      <a:r>
                        <a:rPr lang="en-IN" sz="1800"/>
                        <a:t>Lake Robinhaven</a:t>
                      </a:r>
                    </a:p>
                  </a:txBody>
                  <a:tcPr marL="54392" marR="54392" marT="27196" marB="27196" anchor="ctr"/>
                </a:tc>
                <a:tc>
                  <a:txBody>
                    <a:bodyPr/>
                    <a:lstStyle/>
                    <a:p>
                      <a:pPr algn="ctr">
                        <a:buNone/>
                      </a:pPr>
                      <a:r>
                        <a:rPr lang="en-IN" sz="1800"/>
                        <a:t>0.5455</a:t>
                      </a:r>
                    </a:p>
                  </a:txBody>
                  <a:tcPr marL="54392" marR="54392" marT="27196" marB="27196" anchor="ctr"/>
                </a:tc>
                <a:extLst>
                  <a:ext uri="{0D108BD9-81ED-4DB2-BD59-A6C34878D82A}">
                    <a16:rowId xmlns:a16="http://schemas.microsoft.com/office/drawing/2014/main" val="721594743"/>
                  </a:ext>
                </a:extLst>
              </a:tr>
              <a:tr h="225356">
                <a:tc>
                  <a:txBody>
                    <a:bodyPr/>
                    <a:lstStyle/>
                    <a:p>
                      <a:pPr algn="ctr">
                        <a:buNone/>
                      </a:pPr>
                      <a:r>
                        <a:rPr lang="en-IN" sz="1800"/>
                        <a:t>South Brianchester</a:t>
                      </a:r>
                    </a:p>
                  </a:txBody>
                  <a:tcPr marL="54392" marR="54392" marT="27196" marB="27196" anchor="ctr"/>
                </a:tc>
                <a:tc>
                  <a:txBody>
                    <a:bodyPr/>
                    <a:lstStyle/>
                    <a:p>
                      <a:pPr algn="ctr">
                        <a:buNone/>
                      </a:pPr>
                      <a:r>
                        <a:rPr lang="en-IN" sz="1800"/>
                        <a:t>0.5000</a:t>
                      </a:r>
                    </a:p>
                  </a:txBody>
                  <a:tcPr marL="54392" marR="54392" marT="27196" marB="27196" anchor="ctr"/>
                </a:tc>
                <a:extLst>
                  <a:ext uri="{0D108BD9-81ED-4DB2-BD59-A6C34878D82A}">
                    <a16:rowId xmlns:a16="http://schemas.microsoft.com/office/drawing/2014/main" val="1740449345"/>
                  </a:ext>
                </a:extLst>
              </a:tr>
              <a:tr h="225356">
                <a:tc>
                  <a:txBody>
                    <a:bodyPr/>
                    <a:lstStyle/>
                    <a:p>
                      <a:pPr algn="ctr">
                        <a:buNone/>
                      </a:pPr>
                      <a:r>
                        <a:rPr lang="en-IN" sz="1800"/>
                        <a:t>East Amy</a:t>
                      </a:r>
                    </a:p>
                  </a:txBody>
                  <a:tcPr marL="54392" marR="54392" marT="27196" marB="27196" anchor="ctr"/>
                </a:tc>
                <a:tc>
                  <a:txBody>
                    <a:bodyPr/>
                    <a:lstStyle/>
                    <a:p>
                      <a:pPr algn="ctr">
                        <a:buNone/>
                      </a:pPr>
                      <a:r>
                        <a:rPr lang="en-IN" sz="1800"/>
                        <a:t>0.5000</a:t>
                      </a:r>
                    </a:p>
                  </a:txBody>
                  <a:tcPr marL="54392" marR="54392" marT="27196" marB="27196" anchor="ctr"/>
                </a:tc>
                <a:extLst>
                  <a:ext uri="{0D108BD9-81ED-4DB2-BD59-A6C34878D82A}">
                    <a16:rowId xmlns:a16="http://schemas.microsoft.com/office/drawing/2014/main" val="1340556781"/>
                  </a:ext>
                </a:extLst>
              </a:tr>
              <a:tr h="225356">
                <a:tc>
                  <a:txBody>
                    <a:bodyPr/>
                    <a:lstStyle/>
                    <a:p>
                      <a:pPr algn="ctr">
                        <a:buNone/>
                      </a:pPr>
                      <a:r>
                        <a:rPr lang="en-IN" sz="1800"/>
                        <a:t>Bellfurt</a:t>
                      </a:r>
                    </a:p>
                  </a:txBody>
                  <a:tcPr marL="54392" marR="54392" marT="27196" marB="27196" anchor="ctr"/>
                </a:tc>
                <a:tc>
                  <a:txBody>
                    <a:bodyPr/>
                    <a:lstStyle/>
                    <a:p>
                      <a:pPr algn="ctr">
                        <a:buNone/>
                      </a:pPr>
                      <a:r>
                        <a:rPr lang="en-IN" sz="1800"/>
                        <a:t>0.5000</a:t>
                      </a:r>
                    </a:p>
                  </a:txBody>
                  <a:tcPr marL="54392" marR="54392" marT="27196" marB="27196" anchor="ctr"/>
                </a:tc>
                <a:extLst>
                  <a:ext uri="{0D108BD9-81ED-4DB2-BD59-A6C34878D82A}">
                    <a16:rowId xmlns:a16="http://schemas.microsoft.com/office/drawing/2014/main" val="4262773668"/>
                  </a:ext>
                </a:extLst>
              </a:tr>
              <a:tr h="225356">
                <a:tc>
                  <a:txBody>
                    <a:bodyPr/>
                    <a:lstStyle/>
                    <a:p>
                      <a:pPr algn="ctr">
                        <a:buNone/>
                      </a:pPr>
                      <a:r>
                        <a:rPr lang="en-IN" sz="1800"/>
                        <a:t>Lake Jessicastad</a:t>
                      </a:r>
                    </a:p>
                  </a:txBody>
                  <a:tcPr marL="54392" marR="54392" marT="27196" marB="27196" anchor="ctr"/>
                </a:tc>
                <a:tc>
                  <a:txBody>
                    <a:bodyPr/>
                    <a:lstStyle/>
                    <a:p>
                      <a:pPr algn="ctr">
                        <a:buNone/>
                      </a:pPr>
                      <a:r>
                        <a:rPr lang="en-IN" sz="1800"/>
                        <a:t>0.4667</a:t>
                      </a:r>
                    </a:p>
                  </a:txBody>
                  <a:tcPr marL="54392" marR="54392" marT="27196" marB="27196" anchor="ctr"/>
                </a:tc>
                <a:extLst>
                  <a:ext uri="{0D108BD9-81ED-4DB2-BD59-A6C34878D82A}">
                    <a16:rowId xmlns:a16="http://schemas.microsoft.com/office/drawing/2014/main" val="2815382368"/>
                  </a:ext>
                </a:extLst>
              </a:tr>
              <a:tr h="225356">
                <a:tc>
                  <a:txBody>
                    <a:bodyPr/>
                    <a:lstStyle/>
                    <a:p>
                      <a:pPr algn="ctr">
                        <a:buNone/>
                      </a:pPr>
                      <a:r>
                        <a:rPr lang="en-IN" sz="1800"/>
                        <a:t>South Davidborough</a:t>
                      </a:r>
                    </a:p>
                  </a:txBody>
                  <a:tcPr marL="54392" marR="54392" marT="27196" marB="27196" anchor="ctr"/>
                </a:tc>
                <a:tc>
                  <a:txBody>
                    <a:bodyPr/>
                    <a:lstStyle/>
                    <a:p>
                      <a:pPr algn="ctr">
                        <a:buNone/>
                      </a:pPr>
                      <a:r>
                        <a:rPr lang="en-IN" sz="1800"/>
                        <a:t>0.4375</a:t>
                      </a:r>
                    </a:p>
                  </a:txBody>
                  <a:tcPr marL="54392" marR="54392" marT="27196" marB="27196" anchor="ctr"/>
                </a:tc>
                <a:extLst>
                  <a:ext uri="{0D108BD9-81ED-4DB2-BD59-A6C34878D82A}">
                    <a16:rowId xmlns:a16="http://schemas.microsoft.com/office/drawing/2014/main" val="2129424708"/>
                  </a:ext>
                </a:extLst>
              </a:tr>
              <a:tr h="225356">
                <a:tc>
                  <a:txBody>
                    <a:bodyPr/>
                    <a:lstStyle/>
                    <a:p>
                      <a:pPr algn="ctr">
                        <a:buNone/>
                      </a:pPr>
                      <a:r>
                        <a:rPr lang="en-IN" sz="1800"/>
                        <a:t>Lake Kathrynchester</a:t>
                      </a:r>
                    </a:p>
                  </a:txBody>
                  <a:tcPr marL="54392" marR="54392" marT="27196" marB="27196" anchor="ctr"/>
                </a:tc>
                <a:tc>
                  <a:txBody>
                    <a:bodyPr/>
                    <a:lstStyle/>
                    <a:p>
                      <a:pPr algn="ctr">
                        <a:buNone/>
                      </a:pPr>
                      <a:r>
                        <a:rPr lang="en-IN" sz="1800" dirty="0"/>
                        <a:t>0.4167</a:t>
                      </a:r>
                    </a:p>
                  </a:txBody>
                  <a:tcPr marL="54392" marR="54392" marT="27196" marB="27196" anchor="ctr"/>
                </a:tc>
                <a:extLst>
                  <a:ext uri="{0D108BD9-81ED-4DB2-BD59-A6C34878D82A}">
                    <a16:rowId xmlns:a16="http://schemas.microsoft.com/office/drawing/2014/main" val="2583462000"/>
                  </a:ext>
                </a:extLst>
              </a:tr>
            </a:tbl>
          </a:graphicData>
        </a:graphic>
      </p:graphicFrame>
    </p:spTree>
    <p:extLst>
      <p:ext uri="{BB962C8B-B14F-4D97-AF65-F5344CB8AC3E}">
        <p14:creationId xmlns:p14="http://schemas.microsoft.com/office/powerpoint/2010/main" val="4479112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27477E-6578-AFC2-3AFD-FFEFDBFBF557}"/>
              </a:ext>
            </a:extLst>
          </p:cNvPr>
          <p:cNvSpPr>
            <a:spLocks noGrp="1"/>
          </p:cNvSpPr>
          <p:nvPr>
            <p:ph idx="1"/>
          </p:nvPr>
        </p:nvSpPr>
        <p:spPr>
          <a:xfrm>
            <a:off x="0" y="135082"/>
            <a:ext cx="12192000" cy="6722918"/>
          </a:xfrm>
        </p:spPr>
        <p:txBody>
          <a:bodyPr>
            <a:normAutofit/>
          </a:bodyPr>
          <a:lstStyle/>
          <a:p>
            <a:r>
              <a:rPr lang="en-US" sz="1800" b="1" u="sng" dirty="0"/>
              <a:t>On-Time Delivery % = (Total On-Time Deliveries / Total Deliveries) * 100.</a:t>
            </a:r>
          </a:p>
          <a:p>
            <a:pPr marL="0" indent="0">
              <a:buNone/>
            </a:pPr>
            <a:r>
              <a:rPr lang="en-US" sz="1800" dirty="0"/>
              <a:t>SELECT (SUM(CASE WHEN </a:t>
            </a:r>
            <a:r>
              <a:rPr lang="en-US" sz="1800" dirty="0" err="1"/>
              <a:t>Delivery_Status</a:t>
            </a:r>
            <a:r>
              <a:rPr lang="en-US" sz="1800" dirty="0"/>
              <a:t> = 'On Time' THEN 1 ELSE 0 END)*100.0/COUNT(*)) AS</a:t>
            </a:r>
          </a:p>
          <a:p>
            <a:pPr marL="0" indent="0">
              <a:buNone/>
            </a:pPr>
            <a:r>
              <a:rPr lang="en-US" sz="1800" dirty="0" err="1"/>
              <a:t>Global_On_Time_Delivery_Percentage</a:t>
            </a:r>
            <a:endParaRPr lang="en-US" sz="1800" dirty="0"/>
          </a:p>
          <a:p>
            <a:pPr marL="0" indent="0">
              <a:buNone/>
            </a:pPr>
            <a:r>
              <a:rPr lang="en-US" sz="1800" dirty="0"/>
              <a:t>FROM orders;</a:t>
            </a:r>
          </a:p>
          <a:p>
            <a:pPr marL="0" indent="0">
              <a:buNone/>
            </a:pPr>
            <a:endParaRPr lang="en-US" sz="1800" dirty="0"/>
          </a:p>
          <a:p>
            <a:pPr marL="0" indent="0">
              <a:buNone/>
            </a:pPr>
            <a:r>
              <a:rPr lang="en-US"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1876950E-5C08-CE76-1228-91461B3CEEAE}"/>
              </a:ext>
            </a:extLst>
          </p:cNvPr>
          <p:cNvGraphicFramePr>
            <a:graphicFrameLocks noGrp="1"/>
          </p:cNvGraphicFramePr>
          <p:nvPr>
            <p:extLst>
              <p:ext uri="{D42A27DB-BD31-4B8C-83A1-F6EECF244321}">
                <p14:modId xmlns:p14="http://schemas.microsoft.com/office/powerpoint/2010/main" val="891062016"/>
              </p:ext>
            </p:extLst>
          </p:nvPr>
        </p:nvGraphicFramePr>
        <p:xfrm>
          <a:off x="838200" y="3127664"/>
          <a:ext cx="10515600" cy="2113020"/>
        </p:xfrm>
        <a:graphic>
          <a:graphicData uri="http://schemas.openxmlformats.org/drawingml/2006/table">
            <a:tbl>
              <a:tblPr firstRow="1">
                <a:tableStyleId>{616DA210-FB5B-4158-B5E0-FEB733F419BA}</a:tableStyleId>
              </a:tblPr>
              <a:tblGrid>
                <a:gridCol w="10515600">
                  <a:extLst>
                    <a:ext uri="{9D8B030D-6E8A-4147-A177-3AD203B41FA5}">
                      <a16:colId xmlns:a16="http://schemas.microsoft.com/office/drawing/2014/main" val="3937465477"/>
                    </a:ext>
                  </a:extLst>
                </a:gridCol>
              </a:tblGrid>
              <a:tr h="1056510">
                <a:tc>
                  <a:txBody>
                    <a:bodyPr/>
                    <a:lstStyle/>
                    <a:p>
                      <a:pPr algn="ctr">
                        <a:buNone/>
                      </a:pPr>
                      <a:r>
                        <a:rPr lang="en-US" sz="3200" b="1" u="sng" dirty="0" err="1"/>
                        <a:t>Global_On_Time_Delivery_Percentage</a:t>
                      </a:r>
                      <a:endParaRPr lang="en-IN" sz="3200" b="1" u="sng" dirty="0"/>
                    </a:p>
                  </a:txBody>
                  <a:tcPr anchor="ctr">
                    <a:solidFill>
                      <a:srgbClr val="C00000"/>
                    </a:solidFill>
                  </a:tcPr>
                </a:tc>
                <a:extLst>
                  <a:ext uri="{0D108BD9-81ED-4DB2-BD59-A6C34878D82A}">
                    <a16:rowId xmlns:a16="http://schemas.microsoft.com/office/drawing/2014/main" val="3236919126"/>
                  </a:ext>
                </a:extLst>
              </a:tr>
              <a:tr h="1056510">
                <a:tc>
                  <a:txBody>
                    <a:bodyPr/>
                    <a:lstStyle/>
                    <a:p>
                      <a:pPr algn="ctr">
                        <a:buNone/>
                      </a:pPr>
                      <a:r>
                        <a:rPr lang="en-IN" sz="4000" dirty="0"/>
                        <a:t>56.00000</a:t>
                      </a:r>
                    </a:p>
                  </a:txBody>
                  <a:tcPr anchor="ctr"/>
                </a:tc>
                <a:extLst>
                  <a:ext uri="{0D108BD9-81ED-4DB2-BD59-A6C34878D82A}">
                    <a16:rowId xmlns:a16="http://schemas.microsoft.com/office/drawing/2014/main" val="2913562224"/>
                  </a:ext>
                </a:extLst>
              </a:tr>
            </a:tbl>
          </a:graphicData>
        </a:graphic>
      </p:graphicFrame>
    </p:spTree>
    <p:extLst>
      <p:ext uri="{BB962C8B-B14F-4D97-AF65-F5344CB8AC3E}">
        <p14:creationId xmlns:p14="http://schemas.microsoft.com/office/powerpoint/2010/main" val="30523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E6C841-FDED-F284-8BDB-09DD76231FB3}"/>
              </a:ext>
            </a:extLst>
          </p:cNvPr>
          <p:cNvSpPr>
            <a:spLocks noGrp="1"/>
          </p:cNvSpPr>
          <p:nvPr>
            <p:ph idx="1"/>
          </p:nvPr>
        </p:nvSpPr>
        <p:spPr>
          <a:xfrm>
            <a:off x="83127" y="114300"/>
            <a:ext cx="12108873" cy="6743700"/>
          </a:xfrm>
        </p:spPr>
        <p:txBody>
          <a:bodyPr>
            <a:normAutofit/>
          </a:bodyPr>
          <a:lstStyle/>
          <a:p>
            <a:r>
              <a:rPr lang="en-IN" sz="1800" b="1" u="sng" dirty="0"/>
              <a:t>Average Traffic Delay per Route.</a:t>
            </a:r>
          </a:p>
          <a:p>
            <a:pPr marL="0" indent="0">
              <a:buNone/>
            </a:pPr>
            <a:r>
              <a:rPr lang="en-IN" sz="1800" dirty="0"/>
              <a:t>SELECT </a:t>
            </a:r>
            <a:r>
              <a:rPr lang="en-IN" sz="1800" dirty="0" err="1"/>
              <a:t>Route_ID</a:t>
            </a:r>
            <a:r>
              <a:rPr lang="en-IN" sz="1800" dirty="0"/>
              <a:t>, AVG(</a:t>
            </a:r>
            <a:r>
              <a:rPr lang="en-IN" sz="1800" dirty="0" err="1"/>
              <a:t>Traffic_Delay_Min</a:t>
            </a:r>
            <a:r>
              <a:rPr lang="en-IN" sz="1800" dirty="0"/>
              <a:t>) AS </a:t>
            </a:r>
            <a:r>
              <a:rPr lang="en-IN" sz="1800" dirty="0" err="1"/>
              <a:t>Avg_Traffic_Delay_Min</a:t>
            </a:r>
            <a:endParaRPr lang="en-IN" sz="1800" dirty="0"/>
          </a:p>
          <a:p>
            <a:pPr marL="0" indent="0">
              <a:buNone/>
            </a:pPr>
            <a:r>
              <a:rPr lang="en-IN" sz="1800" dirty="0"/>
              <a:t>FROM Routes</a:t>
            </a:r>
          </a:p>
          <a:p>
            <a:pPr marL="0" indent="0">
              <a:buNone/>
            </a:pPr>
            <a:r>
              <a:rPr lang="en-IN" sz="1800" dirty="0"/>
              <a:t>GROUP BY </a:t>
            </a:r>
            <a:r>
              <a:rPr lang="en-IN" sz="1800" dirty="0" err="1"/>
              <a:t>Route_ID</a:t>
            </a:r>
            <a:endParaRPr lang="en-IN" sz="1800" dirty="0"/>
          </a:p>
          <a:p>
            <a:pPr marL="0" indent="0">
              <a:buNone/>
            </a:pPr>
            <a:r>
              <a:rPr lang="en-IN" sz="1800" dirty="0"/>
              <a:t>ORDER BY </a:t>
            </a:r>
            <a:r>
              <a:rPr lang="en-IN" sz="1800" dirty="0" err="1"/>
              <a:t>Avg_Traffic_Delay_Min</a:t>
            </a:r>
            <a:r>
              <a:rPr lang="en-IN" sz="1800" dirty="0"/>
              <a:t> DESC;</a:t>
            </a:r>
          </a:p>
          <a:p>
            <a:pPr marL="0" indent="0">
              <a:buNone/>
            </a:pPr>
            <a:endParaRPr lang="en-IN" sz="1800" dirty="0"/>
          </a:p>
          <a:p>
            <a:pPr marL="0" indent="0">
              <a:buNone/>
            </a:pPr>
            <a:r>
              <a:rPr lang="en-IN" sz="1800" b="1" u="sng" dirty="0"/>
              <a:t>OUTPUT:</a:t>
            </a:r>
          </a:p>
          <a:p>
            <a:pPr marL="0" indent="0">
              <a:buNone/>
            </a:pPr>
            <a:endParaRPr lang="en-IN" sz="1800" dirty="0"/>
          </a:p>
        </p:txBody>
      </p:sp>
      <p:graphicFrame>
        <p:nvGraphicFramePr>
          <p:cNvPr id="4" name="Table 3">
            <a:extLst>
              <a:ext uri="{FF2B5EF4-FFF2-40B4-BE49-F238E27FC236}">
                <a16:creationId xmlns:a16="http://schemas.microsoft.com/office/drawing/2014/main" id="{C5E29A91-486C-70EE-54FC-1AE1030BB671}"/>
              </a:ext>
            </a:extLst>
          </p:cNvPr>
          <p:cNvGraphicFramePr>
            <a:graphicFrameLocks noGrp="1"/>
          </p:cNvGraphicFramePr>
          <p:nvPr>
            <p:extLst>
              <p:ext uri="{D42A27DB-BD31-4B8C-83A1-F6EECF244321}">
                <p14:modId xmlns:p14="http://schemas.microsoft.com/office/powerpoint/2010/main" val="4006090939"/>
              </p:ext>
            </p:extLst>
          </p:nvPr>
        </p:nvGraphicFramePr>
        <p:xfrm>
          <a:off x="1859973" y="2882409"/>
          <a:ext cx="8291946" cy="6902952"/>
        </p:xfrm>
        <a:graphic>
          <a:graphicData uri="http://schemas.openxmlformats.org/drawingml/2006/table">
            <a:tbl>
              <a:tblPr firstRow="1">
                <a:tableStyleId>{3C2FFA5D-87B4-456A-9821-1D502468CF0F}</a:tableStyleId>
              </a:tblPr>
              <a:tblGrid>
                <a:gridCol w="4145973">
                  <a:extLst>
                    <a:ext uri="{9D8B030D-6E8A-4147-A177-3AD203B41FA5}">
                      <a16:colId xmlns:a16="http://schemas.microsoft.com/office/drawing/2014/main" val="2174973542"/>
                    </a:ext>
                  </a:extLst>
                </a:gridCol>
                <a:gridCol w="4145973">
                  <a:extLst>
                    <a:ext uri="{9D8B030D-6E8A-4147-A177-3AD203B41FA5}">
                      <a16:colId xmlns:a16="http://schemas.microsoft.com/office/drawing/2014/main" val="287792804"/>
                    </a:ext>
                  </a:extLst>
                </a:gridCol>
              </a:tblGrid>
              <a:tr h="219121">
                <a:tc>
                  <a:txBody>
                    <a:bodyPr/>
                    <a:lstStyle/>
                    <a:p>
                      <a:pPr algn="ctr">
                        <a:buNone/>
                      </a:pPr>
                      <a:r>
                        <a:rPr lang="en-US" sz="1800" dirty="0" err="1"/>
                        <a:t>Route_ID</a:t>
                      </a:r>
                      <a:endParaRPr lang="en-IN" sz="18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algn="ctr">
                        <a:buNone/>
                      </a:pPr>
                      <a:r>
                        <a:rPr lang="en-US" sz="1800" dirty="0" err="1"/>
                        <a:t>Avg_Traffic_Delay_Min</a:t>
                      </a:r>
                      <a:endParaRPr lang="en-IN" sz="18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2407785079"/>
                  </a:ext>
                </a:extLst>
              </a:tr>
              <a:tr h="219121">
                <a:tc>
                  <a:txBody>
                    <a:bodyPr/>
                    <a:lstStyle/>
                    <a:p>
                      <a:pPr algn="ctr">
                        <a:buNone/>
                      </a:pPr>
                      <a:r>
                        <a:rPr lang="en-IN" sz="1800"/>
                        <a:t>R014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3715008"/>
                  </a:ext>
                </a:extLst>
              </a:tr>
              <a:tr h="219121">
                <a:tc>
                  <a:txBody>
                    <a:bodyPr/>
                    <a:lstStyle/>
                    <a:p>
                      <a:pPr algn="ctr">
                        <a:buNone/>
                      </a:pPr>
                      <a:r>
                        <a:rPr lang="en-IN" sz="1800"/>
                        <a:t>R007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51.0000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2974057"/>
                  </a:ext>
                </a:extLst>
              </a:tr>
              <a:tr h="219121">
                <a:tc>
                  <a:txBody>
                    <a:bodyPr/>
                    <a:lstStyle/>
                    <a:p>
                      <a:pPr algn="ctr">
                        <a:buNone/>
                      </a:pPr>
                      <a:r>
                        <a:rPr lang="en-IN" sz="1800"/>
                        <a:t>R009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46.0000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1574885"/>
                  </a:ext>
                </a:extLst>
              </a:tr>
              <a:tr h="219121">
                <a:tc>
                  <a:txBody>
                    <a:bodyPr/>
                    <a:lstStyle/>
                    <a:p>
                      <a:pPr algn="ctr">
                        <a:buNone/>
                      </a:pPr>
                      <a:r>
                        <a:rPr lang="en-IN" sz="1800"/>
                        <a:t>R006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42.0000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517231"/>
                  </a:ext>
                </a:extLst>
              </a:tr>
              <a:tr h="219121">
                <a:tc>
                  <a:txBody>
                    <a:bodyPr/>
                    <a:lstStyle/>
                    <a:p>
                      <a:pPr algn="ctr">
                        <a:buNone/>
                      </a:pPr>
                      <a:r>
                        <a:rPr lang="en-IN" sz="1800"/>
                        <a:t>R010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40.0000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1282712"/>
                  </a:ext>
                </a:extLst>
              </a:tr>
              <a:tr h="219121">
                <a:tc>
                  <a:txBody>
                    <a:bodyPr/>
                    <a:lstStyle/>
                    <a:p>
                      <a:pPr algn="ctr">
                        <a:buNone/>
                      </a:pPr>
                      <a:r>
                        <a:rPr lang="en-IN" sz="1800"/>
                        <a:t>R013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7933248"/>
                  </a:ext>
                </a:extLst>
              </a:tr>
              <a:tr h="219121">
                <a:tc>
                  <a:txBody>
                    <a:bodyPr/>
                    <a:lstStyle/>
                    <a:p>
                      <a:pPr algn="ctr">
                        <a:buNone/>
                      </a:pPr>
                      <a:r>
                        <a:rPr lang="en-IN" sz="1800"/>
                        <a:t>R019</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37.0000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657295"/>
                  </a:ext>
                </a:extLst>
              </a:tr>
              <a:tr h="219121">
                <a:tc>
                  <a:txBody>
                    <a:bodyPr/>
                    <a:lstStyle/>
                    <a:p>
                      <a:pPr algn="ctr">
                        <a:buNone/>
                      </a:pPr>
                      <a:r>
                        <a:rPr lang="en-IN" sz="1800"/>
                        <a:t>R001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36.0000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52118"/>
                  </a:ext>
                </a:extLst>
              </a:tr>
              <a:tr h="219121">
                <a:tc>
                  <a:txBody>
                    <a:bodyPr/>
                    <a:lstStyle/>
                    <a:p>
                      <a:pPr algn="ctr">
                        <a:buNone/>
                      </a:pPr>
                      <a:r>
                        <a:rPr lang="en-IN" sz="1800"/>
                        <a:t>R008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34.0000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8626931"/>
                  </a:ext>
                </a:extLst>
              </a:tr>
              <a:tr h="219121">
                <a:tc>
                  <a:txBody>
                    <a:bodyPr/>
                    <a:lstStyle/>
                    <a:p>
                      <a:pPr algn="ctr">
                        <a:buNone/>
                      </a:pPr>
                      <a:r>
                        <a:rPr lang="en-IN" sz="1800"/>
                        <a:t>R012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29.0000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0759014"/>
                  </a:ext>
                </a:extLst>
              </a:tr>
              <a:tr h="219121">
                <a:tc>
                  <a:txBody>
                    <a:bodyPr/>
                    <a:lstStyle/>
                    <a:p>
                      <a:pPr algn="ctr">
                        <a:buNone/>
                      </a:pPr>
                      <a:r>
                        <a:rPr lang="en-IN" sz="1800"/>
                        <a:t>R015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29.0000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3139232"/>
                  </a:ext>
                </a:extLst>
              </a:tr>
              <a:tr h="219121">
                <a:tc>
                  <a:txBody>
                    <a:bodyPr/>
                    <a:lstStyle/>
                    <a:p>
                      <a:pPr algn="ctr">
                        <a:buNone/>
                      </a:pPr>
                      <a:r>
                        <a:rPr lang="en-IN" sz="1800"/>
                        <a:t>R005</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26.0000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023143"/>
                  </a:ext>
                </a:extLst>
              </a:tr>
              <a:tr h="219121">
                <a:tc>
                  <a:txBody>
                    <a:bodyPr/>
                    <a:lstStyle/>
                    <a:p>
                      <a:pPr algn="ctr">
                        <a:buNone/>
                      </a:pPr>
                      <a:r>
                        <a:rPr lang="en-IN" sz="1800"/>
                        <a:t>R011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25.0000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2079900"/>
                  </a:ext>
                </a:extLst>
              </a:tr>
              <a:tr h="219121">
                <a:tc>
                  <a:txBody>
                    <a:bodyPr/>
                    <a:lstStyle/>
                    <a:p>
                      <a:pPr algn="ctr">
                        <a:buNone/>
                      </a:pPr>
                      <a:r>
                        <a:rPr lang="en-IN" sz="1800"/>
                        <a:t>R020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23.0000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2292681"/>
                  </a:ext>
                </a:extLst>
              </a:tr>
              <a:tr h="219121">
                <a:tc>
                  <a:txBody>
                    <a:bodyPr/>
                    <a:lstStyle/>
                    <a:p>
                      <a:pPr algn="ctr">
                        <a:buNone/>
                      </a:pPr>
                      <a:r>
                        <a:rPr lang="en-IN" sz="1800"/>
                        <a:t>R002</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22.0000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2802126"/>
                  </a:ext>
                </a:extLst>
              </a:tr>
              <a:tr h="219121">
                <a:tc>
                  <a:txBody>
                    <a:bodyPr/>
                    <a:lstStyle/>
                    <a:p>
                      <a:pPr algn="ctr">
                        <a:buNone/>
                      </a:pPr>
                      <a:r>
                        <a:rPr lang="en-IN" sz="1800"/>
                        <a:t>R003</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2746778"/>
                  </a:ext>
                </a:extLst>
              </a:tr>
              <a:tr h="219121">
                <a:tc>
                  <a:txBody>
                    <a:bodyPr/>
                    <a:lstStyle/>
                    <a:p>
                      <a:pPr algn="ctr">
                        <a:buNone/>
                      </a:pPr>
                      <a:r>
                        <a:rPr lang="en-IN" sz="1800"/>
                        <a:t>R018</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11.0000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4293979"/>
                  </a:ext>
                </a:extLst>
              </a:tr>
              <a:tr h="219121">
                <a:tc>
                  <a:txBody>
                    <a:bodyPr/>
                    <a:lstStyle/>
                    <a:p>
                      <a:pPr algn="ctr">
                        <a:buNone/>
                      </a:pPr>
                      <a:r>
                        <a:rPr lang="en-IN" sz="1800"/>
                        <a:t>R016</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320478"/>
                  </a:ext>
                </a:extLst>
              </a:tr>
              <a:tr h="219121">
                <a:tc>
                  <a:txBody>
                    <a:bodyPr/>
                    <a:lstStyle/>
                    <a:p>
                      <a:pPr algn="ctr">
                        <a:buNone/>
                      </a:pPr>
                      <a:r>
                        <a:rPr lang="en-IN" sz="1800"/>
                        <a:t>R017</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a:t>8.0000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6434054"/>
                  </a:ext>
                </a:extLst>
              </a:tr>
              <a:tr h="219121">
                <a:tc>
                  <a:txBody>
                    <a:bodyPr/>
                    <a:lstStyle/>
                    <a:p>
                      <a:pPr algn="ctr">
                        <a:buNone/>
                      </a:pPr>
                      <a:r>
                        <a:rPr lang="en-IN" sz="1800"/>
                        <a:t>R004</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800" dirty="0"/>
                        <a:t>3.0000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4132192"/>
                  </a:ext>
                </a:extLst>
              </a:tr>
            </a:tbl>
          </a:graphicData>
        </a:graphic>
      </p:graphicFrame>
    </p:spTree>
    <p:extLst>
      <p:ext uri="{BB962C8B-B14F-4D97-AF65-F5344CB8AC3E}">
        <p14:creationId xmlns:p14="http://schemas.microsoft.com/office/powerpoint/2010/main" val="4077603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D3EC9-F4E0-3451-3305-E26DDE9480C1}"/>
              </a:ext>
            </a:extLst>
          </p:cNvPr>
          <p:cNvSpPr>
            <a:spLocks noGrp="1"/>
          </p:cNvSpPr>
          <p:nvPr>
            <p:ph type="title"/>
          </p:nvPr>
        </p:nvSpPr>
        <p:spPr>
          <a:xfrm>
            <a:off x="110836" y="136525"/>
            <a:ext cx="10515600" cy="1325563"/>
          </a:xfrm>
        </p:spPr>
        <p:txBody>
          <a:bodyPr/>
          <a:lstStyle/>
          <a:p>
            <a:r>
              <a:rPr lang="en-IN" b="1" dirty="0"/>
              <a:t>Task 8 (Video Link)</a:t>
            </a:r>
          </a:p>
        </p:txBody>
      </p:sp>
      <p:sp>
        <p:nvSpPr>
          <p:cNvPr id="3" name="Content Placeholder 2">
            <a:extLst>
              <a:ext uri="{FF2B5EF4-FFF2-40B4-BE49-F238E27FC236}">
                <a16:creationId xmlns:a16="http://schemas.microsoft.com/office/drawing/2014/main" id="{41CA9F13-E0AC-4959-5973-DE63E8746BEC}"/>
              </a:ext>
            </a:extLst>
          </p:cNvPr>
          <p:cNvSpPr>
            <a:spLocks noGrp="1"/>
          </p:cNvSpPr>
          <p:nvPr>
            <p:ph idx="1"/>
          </p:nvPr>
        </p:nvSpPr>
        <p:spPr>
          <a:xfrm>
            <a:off x="329046" y="2220479"/>
            <a:ext cx="10515600" cy="4351338"/>
          </a:xfrm>
        </p:spPr>
        <p:txBody>
          <a:bodyPr/>
          <a:lstStyle/>
          <a:p>
            <a:pPr marL="0" indent="0">
              <a:buNone/>
            </a:pPr>
            <a:r>
              <a:rPr lang="en-IN" dirty="0"/>
              <a:t>https://www.loom.com/share/81aeb8bf5bc54c7dbb84299f8565b010?sid=14f51cb6-d7c3-463d-99a9-1db86b99b27c</a:t>
            </a:r>
          </a:p>
        </p:txBody>
      </p:sp>
    </p:spTree>
    <p:extLst>
      <p:ext uri="{BB962C8B-B14F-4D97-AF65-F5344CB8AC3E}">
        <p14:creationId xmlns:p14="http://schemas.microsoft.com/office/powerpoint/2010/main" val="428035685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TotalTime>
  <Words>14737</Words>
  <Application>Microsoft Office PowerPoint</Application>
  <PresentationFormat>Widescreen</PresentationFormat>
  <Paragraphs>11690</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Black</vt:lpstr>
      <vt:lpstr>Bahnschrift SemiBold SemiConden</vt:lpstr>
      <vt:lpstr>Calibri</vt:lpstr>
      <vt:lpstr>Calibri Light</vt:lpstr>
      <vt:lpstr>Office Theme</vt:lpstr>
      <vt:lpstr>LOGISTICS OPTIMIZATION FOR DELIVERY ROUTES - AMAZON</vt:lpstr>
      <vt:lpstr>Task 1 (Data Cleaning and Preparation)</vt:lpstr>
      <vt:lpstr>PowerPoint Presentation</vt:lpstr>
      <vt:lpstr>PowerPoint Presentation</vt:lpstr>
      <vt:lpstr>PowerPoint Presentation</vt:lpstr>
      <vt:lpstr>TASK 2 (Delivery Delay Analysis)</vt:lpstr>
      <vt:lpstr>PowerPoint Presentation</vt:lpstr>
      <vt:lpstr>PowerPoint Presentation</vt:lpstr>
      <vt:lpstr>Task 3 (Route Optimization Insights)</vt:lpstr>
      <vt:lpstr>PowerPoint Presentation</vt:lpstr>
      <vt:lpstr>PowerPoint Presentation</vt:lpstr>
      <vt:lpstr>PowerPoint Presentation</vt:lpstr>
      <vt:lpstr>PowerPoint Presentation</vt:lpstr>
      <vt:lpstr>PowerPoint Presentation</vt:lpstr>
      <vt:lpstr>PowerPoint Presentation</vt:lpstr>
      <vt:lpstr>Task 4(Warehouse Performance)</vt:lpstr>
      <vt:lpstr>PowerPoint Presentation</vt:lpstr>
      <vt:lpstr>PowerPoint Presentation</vt:lpstr>
      <vt:lpstr>PowerPoint Presentation</vt:lpstr>
      <vt:lpstr>Task 5(Delivery Agent Performance)</vt:lpstr>
      <vt:lpstr>PowerPoint Presentation</vt:lpstr>
      <vt:lpstr>PowerPoint Presentation</vt:lpstr>
      <vt:lpstr>PowerPoint Presentation</vt:lpstr>
      <vt:lpstr>Task 6 (Shipment Tracking Analytics)</vt:lpstr>
      <vt:lpstr>PowerPoint Presentation</vt:lpstr>
      <vt:lpstr>PowerPoint Presentation</vt:lpstr>
      <vt:lpstr>Task 7 (Advanced KPI Reporting)</vt:lpstr>
      <vt:lpstr>PowerPoint Presentation</vt:lpstr>
      <vt:lpstr>PowerPoint Presentation</vt:lpstr>
      <vt:lpstr>Task 8 (Video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BELAL</dc:creator>
  <cp:lastModifiedBy>MD BELAL</cp:lastModifiedBy>
  <cp:revision>6</cp:revision>
  <dcterms:created xsi:type="dcterms:W3CDTF">2025-10-03T13:00:15Z</dcterms:created>
  <dcterms:modified xsi:type="dcterms:W3CDTF">2025-10-06T16:55:43Z</dcterms:modified>
</cp:coreProperties>
</file>